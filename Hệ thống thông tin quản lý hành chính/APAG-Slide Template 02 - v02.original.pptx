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5" r:id="rId5"/>
    <p:sldMasterId id="2147483679" r:id="rId6"/>
  </p:sldMasterIdLst>
  <p:sldIdLst>
    <p:sldId id="256" r:id="rId7"/>
    <p:sldId id="258" r:id="rId8"/>
    <p:sldId id="25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74" autoAdjust="0"/>
    <p:restoredTop sz="94660"/>
  </p:normalViewPr>
  <p:slideViewPr>
    <p:cSldViewPr snapToGrid="0">
      <p:cViewPr>
        <p:scale>
          <a:sx n="66" d="100"/>
          <a:sy n="66" d="100"/>
        </p:scale>
        <p:origin x="1302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41273"/>
            <a:ext cx="12192000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6363"/>
            <a:ext cx="12192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56038"/>
            <a:ext cx="12192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872" y="159961"/>
            <a:ext cx="1834703" cy="6671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9799" y="99815"/>
            <a:ext cx="5857875" cy="87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42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6363"/>
            <a:ext cx="12192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56038"/>
            <a:ext cx="12192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257175" y="180975"/>
            <a:ext cx="2009775" cy="855286"/>
            <a:chOff x="2752725" y="180975"/>
            <a:chExt cx="2009775" cy="855286"/>
          </a:xfrm>
        </p:grpSpPr>
        <p:sp>
          <p:nvSpPr>
            <p:cNvPr id="4" name="Rounded Rectangle 3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592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;p2"/>
          <p:cNvSpPr/>
          <p:nvPr userDrawn="1"/>
        </p:nvSpPr>
        <p:spPr>
          <a:xfrm flipH="1" flipV="1">
            <a:off x="5892800" y="-1"/>
            <a:ext cx="6299200" cy="6858000"/>
          </a:xfrm>
          <a:custGeom>
            <a:avLst/>
            <a:gdLst>
              <a:gd name="connsiteX0" fmla="*/ 387 w 211075"/>
              <a:gd name="connsiteY0" fmla="*/ 0 h 206683"/>
              <a:gd name="connsiteX1" fmla="*/ 0 w 211075"/>
              <a:gd name="connsiteY1" fmla="*/ 206683 h 206683"/>
              <a:gd name="connsiteX2" fmla="*/ 211075 w 211075"/>
              <a:gd name="connsiteY2" fmla="*/ 206545 h 206683"/>
              <a:gd name="connsiteX3" fmla="*/ 210070 w 211075"/>
              <a:gd name="connsiteY3" fmla="*/ 14 h 206683"/>
              <a:gd name="connsiteX4" fmla="*/ 387 w 211075"/>
              <a:gd name="connsiteY4" fmla="*/ 0 h 20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075" h="206683" extrusionOk="0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210070" y="14"/>
                </a:lnTo>
                <a:lnTo>
                  <a:pt x="387" y="0"/>
                </a:lnTo>
                <a:close/>
              </a:path>
            </a:pathLst>
          </a:custGeom>
          <a:blipFill dpi="0" rotWithShape="0">
            <a:blip r:embed="rId2"/>
            <a:srcRect/>
            <a:tile tx="-635000" ty="0" sx="80000" sy="80000" flip="none" algn="tl"/>
          </a:blipFill>
          <a:ln>
            <a:noFill/>
          </a:ln>
        </p:spPr>
      </p:sp>
      <p:grpSp>
        <p:nvGrpSpPr>
          <p:cNvPr id="5" name="Group 4"/>
          <p:cNvGrpSpPr/>
          <p:nvPr userDrawn="1"/>
        </p:nvGrpSpPr>
        <p:grpSpPr>
          <a:xfrm>
            <a:off x="0" y="-1"/>
            <a:ext cx="9205870" cy="6858000"/>
            <a:chOff x="0" y="-1"/>
            <a:chExt cx="9205870" cy="6858000"/>
          </a:xfrm>
        </p:grpSpPr>
        <p:sp>
          <p:nvSpPr>
            <p:cNvPr id="3" name="Rectangle 2"/>
            <p:cNvSpPr/>
            <p:nvPr userDrawn="1"/>
          </p:nvSpPr>
          <p:spPr>
            <a:xfrm>
              <a:off x="618742" y="-1"/>
              <a:ext cx="8587128" cy="6858000"/>
            </a:xfrm>
            <a:custGeom>
              <a:avLst/>
              <a:gdLst>
                <a:gd name="connsiteX0" fmla="*/ 0 w 6334125"/>
                <a:gd name="connsiteY0" fmla="*/ 0 h 6858000"/>
                <a:gd name="connsiteX1" fmla="*/ 6334125 w 6334125"/>
                <a:gd name="connsiteY1" fmla="*/ 0 h 6858000"/>
                <a:gd name="connsiteX2" fmla="*/ 6334125 w 6334125"/>
                <a:gd name="connsiteY2" fmla="*/ 6858000 h 6858000"/>
                <a:gd name="connsiteX3" fmla="*/ 0 w 6334125"/>
                <a:gd name="connsiteY3" fmla="*/ 6858000 h 6858000"/>
                <a:gd name="connsiteX4" fmla="*/ 0 w 6334125"/>
                <a:gd name="connsiteY4" fmla="*/ 0 h 6858000"/>
                <a:gd name="connsiteX0" fmla="*/ 0 w 7915275"/>
                <a:gd name="connsiteY0" fmla="*/ 19050 h 6877050"/>
                <a:gd name="connsiteX1" fmla="*/ 7915275 w 7915275"/>
                <a:gd name="connsiteY1" fmla="*/ 0 h 6877050"/>
                <a:gd name="connsiteX2" fmla="*/ 6334125 w 7915275"/>
                <a:gd name="connsiteY2" fmla="*/ 6877050 h 6877050"/>
                <a:gd name="connsiteX3" fmla="*/ 0 w 7915275"/>
                <a:gd name="connsiteY3" fmla="*/ 6877050 h 6877050"/>
                <a:gd name="connsiteX4" fmla="*/ 0 w 7915275"/>
                <a:gd name="connsiteY4" fmla="*/ 19050 h 6877050"/>
                <a:gd name="connsiteX0" fmla="*/ 0 w 8299228"/>
                <a:gd name="connsiteY0" fmla="*/ 19050 h 6877050"/>
                <a:gd name="connsiteX1" fmla="*/ 7915275 w 8299228"/>
                <a:gd name="connsiteY1" fmla="*/ 0 h 6877050"/>
                <a:gd name="connsiteX2" fmla="*/ 6334125 w 8299228"/>
                <a:gd name="connsiteY2" fmla="*/ 6877050 h 6877050"/>
                <a:gd name="connsiteX3" fmla="*/ 0 w 8299228"/>
                <a:gd name="connsiteY3" fmla="*/ 6877050 h 6877050"/>
                <a:gd name="connsiteX4" fmla="*/ 0 w 8299228"/>
                <a:gd name="connsiteY4" fmla="*/ 19050 h 6877050"/>
                <a:gd name="connsiteX0" fmla="*/ 0 w 8151610"/>
                <a:gd name="connsiteY0" fmla="*/ 19050 h 6877050"/>
                <a:gd name="connsiteX1" fmla="*/ 7915275 w 8151610"/>
                <a:gd name="connsiteY1" fmla="*/ 0 h 6877050"/>
                <a:gd name="connsiteX2" fmla="*/ 4905375 w 8151610"/>
                <a:gd name="connsiteY2" fmla="*/ 6877050 h 6877050"/>
                <a:gd name="connsiteX3" fmla="*/ 0 w 8151610"/>
                <a:gd name="connsiteY3" fmla="*/ 6877050 h 6877050"/>
                <a:gd name="connsiteX4" fmla="*/ 0 w 8151610"/>
                <a:gd name="connsiteY4" fmla="*/ 19050 h 6877050"/>
                <a:gd name="connsiteX0" fmla="*/ 0 w 7926129"/>
                <a:gd name="connsiteY0" fmla="*/ 19050 h 6877050"/>
                <a:gd name="connsiteX1" fmla="*/ 7915275 w 7926129"/>
                <a:gd name="connsiteY1" fmla="*/ 0 h 6877050"/>
                <a:gd name="connsiteX2" fmla="*/ 4905375 w 7926129"/>
                <a:gd name="connsiteY2" fmla="*/ 6877050 h 6877050"/>
                <a:gd name="connsiteX3" fmla="*/ 0 w 7926129"/>
                <a:gd name="connsiteY3" fmla="*/ 6877050 h 6877050"/>
                <a:gd name="connsiteX4" fmla="*/ 0 w 7926129"/>
                <a:gd name="connsiteY4" fmla="*/ 19050 h 6877050"/>
                <a:gd name="connsiteX0" fmla="*/ 0 w 8292839"/>
                <a:gd name="connsiteY0" fmla="*/ 19050 h 6877050"/>
                <a:gd name="connsiteX1" fmla="*/ 7915275 w 8292839"/>
                <a:gd name="connsiteY1" fmla="*/ 0 h 6877050"/>
                <a:gd name="connsiteX2" fmla="*/ 6810375 w 8292839"/>
                <a:gd name="connsiteY2" fmla="*/ 3800475 h 6877050"/>
                <a:gd name="connsiteX3" fmla="*/ 4905375 w 8292839"/>
                <a:gd name="connsiteY3" fmla="*/ 6877050 h 6877050"/>
                <a:gd name="connsiteX4" fmla="*/ 0 w 8292839"/>
                <a:gd name="connsiteY4" fmla="*/ 6877050 h 6877050"/>
                <a:gd name="connsiteX5" fmla="*/ 0 w 8292839"/>
                <a:gd name="connsiteY5" fmla="*/ 19050 h 6877050"/>
                <a:gd name="connsiteX0" fmla="*/ 0 w 7922805"/>
                <a:gd name="connsiteY0" fmla="*/ 19050 h 6877050"/>
                <a:gd name="connsiteX1" fmla="*/ 7915275 w 7922805"/>
                <a:gd name="connsiteY1" fmla="*/ 0 h 6877050"/>
                <a:gd name="connsiteX2" fmla="*/ 6810375 w 7922805"/>
                <a:gd name="connsiteY2" fmla="*/ 3800475 h 6877050"/>
                <a:gd name="connsiteX3" fmla="*/ 4905375 w 7922805"/>
                <a:gd name="connsiteY3" fmla="*/ 6877050 h 6877050"/>
                <a:gd name="connsiteX4" fmla="*/ 0 w 7922805"/>
                <a:gd name="connsiteY4" fmla="*/ 6877050 h 6877050"/>
                <a:gd name="connsiteX5" fmla="*/ 0 w 7922805"/>
                <a:gd name="connsiteY5" fmla="*/ 19050 h 6877050"/>
                <a:gd name="connsiteX0" fmla="*/ 0 w 7930675"/>
                <a:gd name="connsiteY0" fmla="*/ 19050 h 6877050"/>
                <a:gd name="connsiteX1" fmla="*/ 7915275 w 7930675"/>
                <a:gd name="connsiteY1" fmla="*/ 0 h 6877050"/>
                <a:gd name="connsiteX2" fmla="*/ 7210425 w 7930675"/>
                <a:gd name="connsiteY2" fmla="*/ 3771900 h 6877050"/>
                <a:gd name="connsiteX3" fmla="*/ 4905375 w 7930675"/>
                <a:gd name="connsiteY3" fmla="*/ 6877050 h 6877050"/>
                <a:gd name="connsiteX4" fmla="*/ 0 w 7930675"/>
                <a:gd name="connsiteY4" fmla="*/ 6877050 h 6877050"/>
                <a:gd name="connsiteX5" fmla="*/ 0 w 7930675"/>
                <a:gd name="connsiteY5" fmla="*/ 19050 h 6877050"/>
                <a:gd name="connsiteX0" fmla="*/ 0 w 7936697"/>
                <a:gd name="connsiteY0" fmla="*/ 19050 h 6877050"/>
                <a:gd name="connsiteX1" fmla="*/ 7915275 w 7936697"/>
                <a:gd name="connsiteY1" fmla="*/ 0 h 6877050"/>
                <a:gd name="connsiteX2" fmla="*/ 7324725 w 7936697"/>
                <a:gd name="connsiteY2" fmla="*/ 3810000 h 6877050"/>
                <a:gd name="connsiteX3" fmla="*/ 4905375 w 7936697"/>
                <a:gd name="connsiteY3" fmla="*/ 6877050 h 6877050"/>
                <a:gd name="connsiteX4" fmla="*/ 0 w 7936697"/>
                <a:gd name="connsiteY4" fmla="*/ 6877050 h 6877050"/>
                <a:gd name="connsiteX5" fmla="*/ 0 w 7936697"/>
                <a:gd name="connsiteY5" fmla="*/ 19050 h 6877050"/>
                <a:gd name="connsiteX0" fmla="*/ 0 w 7949740"/>
                <a:gd name="connsiteY0" fmla="*/ 19050 h 6877050"/>
                <a:gd name="connsiteX1" fmla="*/ 7915275 w 7949740"/>
                <a:gd name="connsiteY1" fmla="*/ 0 h 6877050"/>
                <a:gd name="connsiteX2" fmla="*/ 7448550 w 7949740"/>
                <a:gd name="connsiteY2" fmla="*/ 3790950 h 6877050"/>
                <a:gd name="connsiteX3" fmla="*/ 4905375 w 7949740"/>
                <a:gd name="connsiteY3" fmla="*/ 6877050 h 6877050"/>
                <a:gd name="connsiteX4" fmla="*/ 0 w 7949740"/>
                <a:gd name="connsiteY4" fmla="*/ 6877050 h 6877050"/>
                <a:gd name="connsiteX5" fmla="*/ 0 w 7949740"/>
                <a:gd name="connsiteY5" fmla="*/ 19050 h 6877050"/>
                <a:gd name="connsiteX0" fmla="*/ 0 w 7936042"/>
                <a:gd name="connsiteY0" fmla="*/ 19050 h 6877050"/>
                <a:gd name="connsiteX1" fmla="*/ 7915275 w 7936042"/>
                <a:gd name="connsiteY1" fmla="*/ 0 h 6877050"/>
                <a:gd name="connsiteX2" fmla="*/ 7315200 w 7936042"/>
                <a:gd name="connsiteY2" fmla="*/ 3819525 h 6877050"/>
                <a:gd name="connsiteX3" fmla="*/ 4905375 w 7936042"/>
                <a:gd name="connsiteY3" fmla="*/ 6877050 h 6877050"/>
                <a:gd name="connsiteX4" fmla="*/ 0 w 7936042"/>
                <a:gd name="connsiteY4" fmla="*/ 6877050 h 6877050"/>
                <a:gd name="connsiteX5" fmla="*/ 0 w 7936042"/>
                <a:gd name="connsiteY5" fmla="*/ 19050 h 6877050"/>
                <a:gd name="connsiteX0" fmla="*/ 0 w 7936042"/>
                <a:gd name="connsiteY0" fmla="*/ 19050 h 6877050"/>
                <a:gd name="connsiteX1" fmla="*/ 7915275 w 7936042"/>
                <a:gd name="connsiteY1" fmla="*/ 0 h 6877050"/>
                <a:gd name="connsiteX2" fmla="*/ 7315200 w 7936042"/>
                <a:gd name="connsiteY2" fmla="*/ 3819525 h 6877050"/>
                <a:gd name="connsiteX3" fmla="*/ 4695825 w 7936042"/>
                <a:gd name="connsiteY3" fmla="*/ 6877050 h 6877050"/>
                <a:gd name="connsiteX4" fmla="*/ 0 w 7936042"/>
                <a:gd name="connsiteY4" fmla="*/ 6877050 h 6877050"/>
                <a:gd name="connsiteX5" fmla="*/ 0 w 7936042"/>
                <a:gd name="connsiteY5" fmla="*/ 19050 h 6877050"/>
                <a:gd name="connsiteX0" fmla="*/ 0 w 8053791"/>
                <a:gd name="connsiteY0" fmla="*/ 38100 h 6896100"/>
                <a:gd name="connsiteX1" fmla="*/ 8039100 w 8053791"/>
                <a:gd name="connsiteY1" fmla="*/ 0 h 6896100"/>
                <a:gd name="connsiteX2" fmla="*/ 7315200 w 8053791"/>
                <a:gd name="connsiteY2" fmla="*/ 3838575 h 6896100"/>
                <a:gd name="connsiteX3" fmla="*/ 4695825 w 8053791"/>
                <a:gd name="connsiteY3" fmla="*/ 6896100 h 6896100"/>
                <a:gd name="connsiteX4" fmla="*/ 0 w 8053791"/>
                <a:gd name="connsiteY4" fmla="*/ 6896100 h 6896100"/>
                <a:gd name="connsiteX5" fmla="*/ 0 w 8053791"/>
                <a:gd name="connsiteY5" fmla="*/ 38100 h 6896100"/>
                <a:gd name="connsiteX0" fmla="*/ 0 w 8053791"/>
                <a:gd name="connsiteY0" fmla="*/ 38100 h 6896100"/>
                <a:gd name="connsiteX1" fmla="*/ 8039100 w 8053791"/>
                <a:gd name="connsiteY1" fmla="*/ 0 h 6896100"/>
                <a:gd name="connsiteX2" fmla="*/ 7315200 w 8053791"/>
                <a:gd name="connsiteY2" fmla="*/ 3838575 h 6896100"/>
                <a:gd name="connsiteX3" fmla="*/ 4695825 w 8053791"/>
                <a:gd name="connsiteY3" fmla="*/ 6896100 h 6896100"/>
                <a:gd name="connsiteX4" fmla="*/ 0 w 8053791"/>
                <a:gd name="connsiteY4" fmla="*/ 6896100 h 6896100"/>
                <a:gd name="connsiteX5" fmla="*/ 0 w 8053791"/>
                <a:gd name="connsiteY5" fmla="*/ 3810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53791" h="6896100">
                  <a:moveTo>
                    <a:pt x="0" y="38100"/>
                  </a:moveTo>
                  <a:lnTo>
                    <a:pt x="8039100" y="0"/>
                  </a:lnTo>
                  <a:cubicBezTo>
                    <a:pt x="8126412" y="963612"/>
                    <a:pt x="7816850" y="2692400"/>
                    <a:pt x="7315200" y="3838575"/>
                  </a:cubicBezTo>
                  <a:cubicBezTo>
                    <a:pt x="6813550" y="4984750"/>
                    <a:pt x="5764213" y="6259512"/>
                    <a:pt x="4695825" y="6896100"/>
                  </a:cubicBezTo>
                  <a:lnTo>
                    <a:pt x="0" y="6896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"/>
            <p:cNvSpPr/>
            <p:nvPr userDrawn="1"/>
          </p:nvSpPr>
          <p:spPr>
            <a:xfrm>
              <a:off x="0" y="-1"/>
              <a:ext cx="8894854" cy="6858000"/>
            </a:xfrm>
            <a:custGeom>
              <a:avLst/>
              <a:gdLst>
                <a:gd name="connsiteX0" fmla="*/ 0 w 6334125"/>
                <a:gd name="connsiteY0" fmla="*/ 0 h 6858000"/>
                <a:gd name="connsiteX1" fmla="*/ 6334125 w 6334125"/>
                <a:gd name="connsiteY1" fmla="*/ 0 h 6858000"/>
                <a:gd name="connsiteX2" fmla="*/ 6334125 w 6334125"/>
                <a:gd name="connsiteY2" fmla="*/ 6858000 h 6858000"/>
                <a:gd name="connsiteX3" fmla="*/ 0 w 6334125"/>
                <a:gd name="connsiteY3" fmla="*/ 6858000 h 6858000"/>
                <a:gd name="connsiteX4" fmla="*/ 0 w 6334125"/>
                <a:gd name="connsiteY4" fmla="*/ 0 h 6858000"/>
                <a:gd name="connsiteX0" fmla="*/ 0 w 7915275"/>
                <a:gd name="connsiteY0" fmla="*/ 19050 h 6877050"/>
                <a:gd name="connsiteX1" fmla="*/ 7915275 w 7915275"/>
                <a:gd name="connsiteY1" fmla="*/ 0 h 6877050"/>
                <a:gd name="connsiteX2" fmla="*/ 6334125 w 7915275"/>
                <a:gd name="connsiteY2" fmla="*/ 6877050 h 6877050"/>
                <a:gd name="connsiteX3" fmla="*/ 0 w 7915275"/>
                <a:gd name="connsiteY3" fmla="*/ 6877050 h 6877050"/>
                <a:gd name="connsiteX4" fmla="*/ 0 w 7915275"/>
                <a:gd name="connsiteY4" fmla="*/ 19050 h 6877050"/>
                <a:gd name="connsiteX0" fmla="*/ 0 w 8299228"/>
                <a:gd name="connsiteY0" fmla="*/ 19050 h 6877050"/>
                <a:gd name="connsiteX1" fmla="*/ 7915275 w 8299228"/>
                <a:gd name="connsiteY1" fmla="*/ 0 h 6877050"/>
                <a:gd name="connsiteX2" fmla="*/ 6334125 w 8299228"/>
                <a:gd name="connsiteY2" fmla="*/ 6877050 h 6877050"/>
                <a:gd name="connsiteX3" fmla="*/ 0 w 8299228"/>
                <a:gd name="connsiteY3" fmla="*/ 6877050 h 6877050"/>
                <a:gd name="connsiteX4" fmla="*/ 0 w 8299228"/>
                <a:gd name="connsiteY4" fmla="*/ 19050 h 6877050"/>
                <a:gd name="connsiteX0" fmla="*/ 0 w 8151610"/>
                <a:gd name="connsiteY0" fmla="*/ 19050 h 6877050"/>
                <a:gd name="connsiteX1" fmla="*/ 7915275 w 8151610"/>
                <a:gd name="connsiteY1" fmla="*/ 0 h 6877050"/>
                <a:gd name="connsiteX2" fmla="*/ 4905375 w 8151610"/>
                <a:gd name="connsiteY2" fmla="*/ 6877050 h 6877050"/>
                <a:gd name="connsiteX3" fmla="*/ 0 w 8151610"/>
                <a:gd name="connsiteY3" fmla="*/ 6877050 h 6877050"/>
                <a:gd name="connsiteX4" fmla="*/ 0 w 8151610"/>
                <a:gd name="connsiteY4" fmla="*/ 19050 h 6877050"/>
                <a:gd name="connsiteX0" fmla="*/ 0 w 7926129"/>
                <a:gd name="connsiteY0" fmla="*/ 19050 h 6877050"/>
                <a:gd name="connsiteX1" fmla="*/ 7915275 w 7926129"/>
                <a:gd name="connsiteY1" fmla="*/ 0 h 6877050"/>
                <a:gd name="connsiteX2" fmla="*/ 4905375 w 7926129"/>
                <a:gd name="connsiteY2" fmla="*/ 6877050 h 6877050"/>
                <a:gd name="connsiteX3" fmla="*/ 0 w 7926129"/>
                <a:gd name="connsiteY3" fmla="*/ 6877050 h 6877050"/>
                <a:gd name="connsiteX4" fmla="*/ 0 w 7926129"/>
                <a:gd name="connsiteY4" fmla="*/ 19050 h 6877050"/>
                <a:gd name="connsiteX0" fmla="*/ 0 w 8292839"/>
                <a:gd name="connsiteY0" fmla="*/ 19050 h 6877050"/>
                <a:gd name="connsiteX1" fmla="*/ 7915275 w 8292839"/>
                <a:gd name="connsiteY1" fmla="*/ 0 h 6877050"/>
                <a:gd name="connsiteX2" fmla="*/ 6810375 w 8292839"/>
                <a:gd name="connsiteY2" fmla="*/ 3800475 h 6877050"/>
                <a:gd name="connsiteX3" fmla="*/ 4905375 w 8292839"/>
                <a:gd name="connsiteY3" fmla="*/ 6877050 h 6877050"/>
                <a:gd name="connsiteX4" fmla="*/ 0 w 8292839"/>
                <a:gd name="connsiteY4" fmla="*/ 6877050 h 6877050"/>
                <a:gd name="connsiteX5" fmla="*/ 0 w 8292839"/>
                <a:gd name="connsiteY5" fmla="*/ 19050 h 6877050"/>
                <a:gd name="connsiteX0" fmla="*/ 0 w 7922805"/>
                <a:gd name="connsiteY0" fmla="*/ 19050 h 6877050"/>
                <a:gd name="connsiteX1" fmla="*/ 7915275 w 7922805"/>
                <a:gd name="connsiteY1" fmla="*/ 0 h 6877050"/>
                <a:gd name="connsiteX2" fmla="*/ 6810375 w 7922805"/>
                <a:gd name="connsiteY2" fmla="*/ 3800475 h 6877050"/>
                <a:gd name="connsiteX3" fmla="*/ 4905375 w 7922805"/>
                <a:gd name="connsiteY3" fmla="*/ 6877050 h 6877050"/>
                <a:gd name="connsiteX4" fmla="*/ 0 w 7922805"/>
                <a:gd name="connsiteY4" fmla="*/ 6877050 h 6877050"/>
                <a:gd name="connsiteX5" fmla="*/ 0 w 7922805"/>
                <a:gd name="connsiteY5" fmla="*/ 19050 h 6877050"/>
                <a:gd name="connsiteX0" fmla="*/ 0 w 7930675"/>
                <a:gd name="connsiteY0" fmla="*/ 19050 h 6877050"/>
                <a:gd name="connsiteX1" fmla="*/ 7915275 w 7930675"/>
                <a:gd name="connsiteY1" fmla="*/ 0 h 6877050"/>
                <a:gd name="connsiteX2" fmla="*/ 7210425 w 7930675"/>
                <a:gd name="connsiteY2" fmla="*/ 3771900 h 6877050"/>
                <a:gd name="connsiteX3" fmla="*/ 4905375 w 7930675"/>
                <a:gd name="connsiteY3" fmla="*/ 6877050 h 6877050"/>
                <a:gd name="connsiteX4" fmla="*/ 0 w 7930675"/>
                <a:gd name="connsiteY4" fmla="*/ 6877050 h 6877050"/>
                <a:gd name="connsiteX5" fmla="*/ 0 w 7930675"/>
                <a:gd name="connsiteY5" fmla="*/ 19050 h 6877050"/>
                <a:gd name="connsiteX0" fmla="*/ 0 w 7936697"/>
                <a:gd name="connsiteY0" fmla="*/ 19050 h 6877050"/>
                <a:gd name="connsiteX1" fmla="*/ 7915275 w 7936697"/>
                <a:gd name="connsiteY1" fmla="*/ 0 h 6877050"/>
                <a:gd name="connsiteX2" fmla="*/ 7324725 w 7936697"/>
                <a:gd name="connsiteY2" fmla="*/ 3810000 h 6877050"/>
                <a:gd name="connsiteX3" fmla="*/ 4905375 w 7936697"/>
                <a:gd name="connsiteY3" fmla="*/ 6877050 h 6877050"/>
                <a:gd name="connsiteX4" fmla="*/ 0 w 7936697"/>
                <a:gd name="connsiteY4" fmla="*/ 6877050 h 6877050"/>
                <a:gd name="connsiteX5" fmla="*/ 0 w 7936697"/>
                <a:gd name="connsiteY5" fmla="*/ 19050 h 6877050"/>
                <a:gd name="connsiteX0" fmla="*/ 0 w 7949740"/>
                <a:gd name="connsiteY0" fmla="*/ 19050 h 6877050"/>
                <a:gd name="connsiteX1" fmla="*/ 7915275 w 7949740"/>
                <a:gd name="connsiteY1" fmla="*/ 0 h 6877050"/>
                <a:gd name="connsiteX2" fmla="*/ 7448550 w 7949740"/>
                <a:gd name="connsiteY2" fmla="*/ 3790950 h 6877050"/>
                <a:gd name="connsiteX3" fmla="*/ 4905375 w 7949740"/>
                <a:gd name="connsiteY3" fmla="*/ 6877050 h 6877050"/>
                <a:gd name="connsiteX4" fmla="*/ 0 w 7949740"/>
                <a:gd name="connsiteY4" fmla="*/ 6877050 h 6877050"/>
                <a:gd name="connsiteX5" fmla="*/ 0 w 7949740"/>
                <a:gd name="connsiteY5" fmla="*/ 19050 h 6877050"/>
                <a:gd name="connsiteX0" fmla="*/ 0 w 7936042"/>
                <a:gd name="connsiteY0" fmla="*/ 19050 h 6877050"/>
                <a:gd name="connsiteX1" fmla="*/ 7915275 w 7936042"/>
                <a:gd name="connsiteY1" fmla="*/ 0 h 6877050"/>
                <a:gd name="connsiteX2" fmla="*/ 7315200 w 7936042"/>
                <a:gd name="connsiteY2" fmla="*/ 3819525 h 6877050"/>
                <a:gd name="connsiteX3" fmla="*/ 4905375 w 7936042"/>
                <a:gd name="connsiteY3" fmla="*/ 6877050 h 6877050"/>
                <a:gd name="connsiteX4" fmla="*/ 0 w 7936042"/>
                <a:gd name="connsiteY4" fmla="*/ 6877050 h 6877050"/>
                <a:gd name="connsiteX5" fmla="*/ 0 w 7936042"/>
                <a:gd name="connsiteY5" fmla="*/ 19050 h 6877050"/>
                <a:gd name="connsiteX0" fmla="*/ 0 w 7940327"/>
                <a:gd name="connsiteY0" fmla="*/ 19050 h 6877050"/>
                <a:gd name="connsiteX1" fmla="*/ 7915275 w 7940327"/>
                <a:gd name="connsiteY1" fmla="*/ 0 h 6877050"/>
                <a:gd name="connsiteX2" fmla="*/ 7369595 w 7940327"/>
                <a:gd name="connsiteY2" fmla="*/ 3819525 h 6877050"/>
                <a:gd name="connsiteX3" fmla="*/ 4905375 w 7940327"/>
                <a:gd name="connsiteY3" fmla="*/ 6877050 h 6877050"/>
                <a:gd name="connsiteX4" fmla="*/ 0 w 7940327"/>
                <a:gd name="connsiteY4" fmla="*/ 6877050 h 6877050"/>
                <a:gd name="connsiteX5" fmla="*/ 0 w 7940327"/>
                <a:gd name="connsiteY5" fmla="*/ 19050 h 6877050"/>
                <a:gd name="connsiteX0" fmla="*/ 0 w 7940327"/>
                <a:gd name="connsiteY0" fmla="*/ 19050 h 6877050"/>
                <a:gd name="connsiteX1" fmla="*/ 7915275 w 7940327"/>
                <a:gd name="connsiteY1" fmla="*/ 0 h 6877050"/>
                <a:gd name="connsiteX2" fmla="*/ 7369595 w 7940327"/>
                <a:gd name="connsiteY2" fmla="*/ 3819525 h 6877050"/>
                <a:gd name="connsiteX3" fmla="*/ 4905375 w 7940327"/>
                <a:gd name="connsiteY3" fmla="*/ 6877050 h 6877050"/>
                <a:gd name="connsiteX4" fmla="*/ 0 w 7940327"/>
                <a:gd name="connsiteY4" fmla="*/ 6877050 h 6877050"/>
                <a:gd name="connsiteX5" fmla="*/ 0 w 7940327"/>
                <a:gd name="connsiteY5" fmla="*/ 19050 h 687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40327" h="6877050">
                  <a:moveTo>
                    <a:pt x="0" y="19050"/>
                  </a:moveTo>
                  <a:lnTo>
                    <a:pt x="7915275" y="0"/>
                  </a:lnTo>
                  <a:cubicBezTo>
                    <a:pt x="8002587" y="963612"/>
                    <a:pt x="7871245" y="2673350"/>
                    <a:pt x="7369595" y="3819525"/>
                  </a:cubicBezTo>
                  <a:cubicBezTo>
                    <a:pt x="6867945" y="4965700"/>
                    <a:pt x="5986043" y="6249987"/>
                    <a:pt x="4905375" y="6877050"/>
                  </a:cubicBezTo>
                  <a:lnTo>
                    <a:pt x="0" y="6877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57175" y="180975"/>
            <a:ext cx="2009775" cy="855286"/>
            <a:chOff x="2752725" y="180975"/>
            <a:chExt cx="2009775" cy="855286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175" y="1119814"/>
            <a:ext cx="6657340" cy="909011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36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257175" y="2112378"/>
            <a:ext cx="6657340" cy="41052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79783" y="5622449"/>
            <a:ext cx="2067558" cy="1099026"/>
            <a:chOff x="179783" y="5622449"/>
            <a:chExt cx="2067558" cy="1099026"/>
          </a:xfrm>
        </p:grpSpPr>
        <p:grpSp>
          <p:nvGrpSpPr>
            <p:cNvPr id="17" name="Group 16"/>
            <p:cNvGrpSpPr/>
            <p:nvPr userDrawn="1"/>
          </p:nvGrpSpPr>
          <p:grpSpPr>
            <a:xfrm>
              <a:off x="179783" y="6573996"/>
              <a:ext cx="356234" cy="147479"/>
              <a:chOff x="660083" y="4937919"/>
              <a:chExt cx="356234" cy="147479"/>
            </a:xfrm>
          </p:grpSpPr>
          <p:sp>
            <p:nvSpPr>
              <p:cNvPr id="116" name="Freeform 11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 11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Freeform 11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Freeform 11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Freeform 11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Freeform 12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 userDrawn="1"/>
          </p:nvGrpSpPr>
          <p:grpSpPr>
            <a:xfrm>
              <a:off x="179783" y="6336110"/>
              <a:ext cx="356234" cy="147479"/>
              <a:chOff x="660083" y="4937919"/>
              <a:chExt cx="356234" cy="147479"/>
            </a:xfrm>
          </p:grpSpPr>
          <p:sp>
            <p:nvSpPr>
              <p:cNvPr id="110" name="Freeform 10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 11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reeform 11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>
              <a:off x="179783" y="6098223"/>
              <a:ext cx="356234" cy="147479"/>
              <a:chOff x="660083" y="4937919"/>
              <a:chExt cx="356234" cy="147479"/>
            </a:xfrm>
          </p:grpSpPr>
          <p:sp>
            <p:nvSpPr>
              <p:cNvPr id="104" name="Freeform 10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reeform 10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 10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 10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reeform 10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Freeform 10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/>
            <p:cNvGrpSpPr/>
            <p:nvPr userDrawn="1"/>
          </p:nvGrpSpPr>
          <p:grpSpPr>
            <a:xfrm>
              <a:off x="179783" y="5860336"/>
              <a:ext cx="356234" cy="147479"/>
              <a:chOff x="660083" y="4937919"/>
              <a:chExt cx="356234" cy="147479"/>
            </a:xfrm>
          </p:grpSpPr>
          <p:sp>
            <p:nvSpPr>
              <p:cNvPr id="98" name="Freeform 9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 9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Freeform 9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 10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Freeform 10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Freeform 10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>
            <a:xfrm>
              <a:off x="179783" y="5622449"/>
              <a:ext cx="356234" cy="147479"/>
              <a:chOff x="660083" y="4937919"/>
              <a:chExt cx="356234" cy="147479"/>
            </a:xfrm>
          </p:grpSpPr>
          <p:sp>
            <p:nvSpPr>
              <p:cNvPr id="92" name="Freeform 9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reeform 9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 userDrawn="1"/>
          </p:nvGrpSpPr>
          <p:grpSpPr>
            <a:xfrm>
              <a:off x="607614" y="6573996"/>
              <a:ext cx="356234" cy="147479"/>
              <a:chOff x="660083" y="4937919"/>
              <a:chExt cx="356234" cy="147479"/>
            </a:xfrm>
          </p:grpSpPr>
          <p:sp>
            <p:nvSpPr>
              <p:cNvPr id="86" name="Freeform 8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 8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 8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 9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/>
            <p:cNvGrpSpPr/>
            <p:nvPr userDrawn="1"/>
          </p:nvGrpSpPr>
          <p:grpSpPr>
            <a:xfrm>
              <a:off x="607614" y="6336110"/>
              <a:ext cx="356234" cy="147479"/>
              <a:chOff x="660083" y="4937919"/>
              <a:chExt cx="356234" cy="147479"/>
            </a:xfrm>
          </p:grpSpPr>
          <p:sp>
            <p:nvSpPr>
              <p:cNvPr id="80" name="Freeform 7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 8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8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 8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 8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 8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 userDrawn="1"/>
          </p:nvGrpSpPr>
          <p:grpSpPr>
            <a:xfrm>
              <a:off x="607614" y="6098223"/>
              <a:ext cx="356234" cy="147479"/>
              <a:chOff x="660083" y="4937919"/>
              <a:chExt cx="356234" cy="147479"/>
            </a:xfrm>
          </p:grpSpPr>
          <p:sp>
            <p:nvSpPr>
              <p:cNvPr id="74" name="Freeform 7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7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 userDrawn="1"/>
          </p:nvGrpSpPr>
          <p:grpSpPr>
            <a:xfrm>
              <a:off x="607614" y="5860336"/>
              <a:ext cx="356234" cy="147479"/>
              <a:chOff x="660083" y="4937919"/>
              <a:chExt cx="356234" cy="147479"/>
            </a:xfrm>
          </p:grpSpPr>
          <p:sp>
            <p:nvSpPr>
              <p:cNvPr id="68" name="Freeform 6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 6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6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7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 7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 userDrawn="1"/>
          </p:nvGrpSpPr>
          <p:grpSpPr>
            <a:xfrm>
              <a:off x="1035445" y="6573996"/>
              <a:ext cx="356234" cy="147479"/>
              <a:chOff x="660083" y="4937919"/>
              <a:chExt cx="356234" cy="147479"/>
            </a:xfrm>
          </p:grpSpPr>
          <p:sp>
            <p:nvSpPr>
              <p:cNvPr id="62" name="Freeform 6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 6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>
              <a:off x="1035445" y="6336110"/>
              <a:ext cx="356234" cy="147479"/>
              <a:chOff x="660083" y="4937919"/>
              <a:chExt cx="356234" cy="147479"/>
            </a:xfrm>
          </p:grpSpPr>
          <p:sp>
            <p:nvSpPr>
              <p:cNvPr id="56" name="Freeform 5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/>
            <p:nvPr userDrawn="1"/>
          </p:nvGrpSpPr>
          <p:grpSpPr>
            <a:xfrm>
              <a:off x="1035445" y="6098223"/>
              <a:ext cx="356234" cy="147479"/>
              <a:chOff x="660083" y="4937919"/>
              <a:chExt cx="356234" cy="147479"/>
            </a:xfrm>
          </p:grpSpPr>
          <p:sp>
            <p:nvSpPr>
              <p:cNvPr id="50" name="Freeform 4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 5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 5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/>
            <p:cNvGrpSpPr/>
            <p:nvPr userDrawn="1"/>
          </p:nvGrpSpPr>
          <p:grpSpPr>
            <a:xfrm>
              <a:off x="1463276" y="6573996"/>
              <a:ext cx="356234" cy="147479"/>
              <a:chOff x="660083" y="4937919"/>
              <a:chExt cx="356234" cy="147479"/>
            </a:xfrm>
          </p:grpSpPr>
          <p:sp>
            <p:nvSpPr>
              <p:cNvPr id="44" name="Freeform 4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 4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1463276" y="6336110"/>
              <a:ext cx="356234" cy="147479"/>
              <a:chOff x="660083" y="4937919"/>
              <a:chExt cx="356234" cy="147479"/>
            </a:xfrm>
          </p:grpSpPr>
          <p:sp>
            <p:nvSpPr>
              <p:cNvPr id="38" name="Freeform 3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 3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 4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 userDrawn="1"/>
          </p:nvGrpSpPr>
          <p:grpSpPr>
            <a:xfrm>
              <a:off x="1891107" y="6573996"/>
              <a:ext cx="356234" cy="147479"/>
              <a:chOff x="660083" y="4937919"/>
              <a:chExt cx="356234" cy="147479"/>
            </a:xfrm>
          </p:grpSpPr>
          <p:sp>
            <p:nvSpPr>
              <p:cNvPr id="32" name="Freeform 3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 3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3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 3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 3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 3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9684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-1"/>
            <a:ext cx="9205870" cy="6858000"/>
            <a:chOff x="0" y="-1"/>
            <a:chExt cx="9205870" cy="6858000"/>
          </a:xfrm>
        </p:grpSpPr>
        <p:sp>
          <p:nvSpPr>
            <p:cNvPr id="3" name="Rectangle 2"/>
            <p:cNvSpPr/>
            <p:nvPr userDrawn="1"/>
          </p:nvSpPr>
          <p:spPr>
            <a:xfrm>
              <a:off x="618742" y="-1"/>
              <a:ext cx="8587128" cy="6858000"/>
            </a:xfrm>
            <a:custGeom>
              <a:avLst/>
              <a:gdLst>
                <a:gd name="connsiteX0" fmla="*/ 0 w 6334125"/>
                <a:gd name="connsiteY0" fmla="*/ 0 h 6858000"/>
                <a:gd name="connsiteX1" fmla="*/ 6334125 w 6334125"/>
                <a:gd name="connsiteY1" fmla="*/ 0 h 6858000"/>
                <a:gd name="connsiteX2" fmla="*/ 6334125 w 6334125"/>
                <a:gd name="connsiteY2" fmla="*/ 6858000 h 6858000"/>
                <a:gd name="connsiteX3" fmla="*/ 0 w 6334125"/>
                <a:gd name="connsiteY3" fmla="*/ 6858000 h 6858000"/>
                <a:gd name="connsiteX4" fmla="*/ 0 w 6334125"/>
                <a:gd name="connsiteY4" fmla="*/ 0 h 6858000"/>
                <a:gd name="connsiteX0" fmla="*/ 0 w 7915275"/>
                <a:gd name="connsiteY0" fmla="*/ 19050 h 6877050"/>
                <a:gd name="connsiteX1" fmla="*/ 7915275 w 7915275"/>
                <a:gd name="connsiteY1" fmla="*/ 0 h 6877050"/>
                <a:gd name="connsiteX2" fmla="*/ 6334125 w 7915275"/>
                <a:gd name="connsiteY2" fmla="*/ 6877050 h 6877050"/>
                <a:gd name="connsiteX3" fmla="*/ 0 w 7915275"/>
                <a:gd name="connsiteY3" fmla="*/ 6877050 h 6877050"/>
                <a:gd name="connsiteX4" fmla="*/ 0 w 7915275"/>
                <a:gd name="connsiteY4" fmla="*/ 19050 h 6877050"/>
                <a:gd name="connsiteX0" fmla="*/ 0 w 8299228"/>
                <a:gd name="connsiteY0" fmla="*/ 19050 h 6877050"/>
                <a:gd name="connsiteX1" fmla="*/ 7915275 w 8299228"/>
                <a:gd name="connsiteY1" fmla="*/ 0 h 6877050"/>
                <a:gd name="connsiteX2" fmla="*/ 6334125 w 8299228"/>
                <a:gd name="connsiteY2" fmla="*/ 6877050 h 6877050"/>
                <a:gd name="connsiteX3" fmla="*/ 0 w 8299228"/>
                <a:gd name="connsiteY3" fmla="*/ 6877050 h 6877050"/>
                <a:gd name="connsiteX4" fmla="*/ 0 w 8299228"/>
                <a:gd name="connsiteY4" fmla="*/ 19050 h 6877050"/>
                <a:gd name="connsiteX0" fmla="*/ 0 w 8151610"/>
                <a:gd name="connsiteY0" fmla="*/ 19050 h 6877050"/>
                <a:gd name="connsiteX1" fmla="*/ 7915275 w 8151610"/>
                <a:gd name="connsiteY1" fmla="*/ 0 h 6877050"/>
                <a:gd name="connsiteX2" fmla="*/ 4905375 w 8151610"/>
                <a:gd name="connsiteY2" fmla="*/ 6877050 h 6877050"/>
                <a:gd name="connsiteX3" fmla="*/ 0 w 8151610"/>
                <a:gd name="connsiteY3" fmla="*/ 6877050 h 6877050"/>
                <a:gd name="connsiteX4" fmla="*/ 0 w 8151610"/>
                <a:gd name="connsiteY4" fmla="*/ 19050 h 6877050"/>
                <a:gd name="connsiteX0" fmla="*/ 0 w 7926129"/>
                <a:gd name="connsiteY0" fmla="*/ 19050 h 6877050"/>
                <a:gd name="connsiteX1" fmla="*/ 7915275 w 7926129"/>
                <a:gd name="connsiteY1" fmla="*/ 0 h 6877050"/>
                <a:gd name="connsiteX2" fmla="*/ 4905375 w 7926129"/>
                <a:gd name="connsiteY2" fmla="*/ 6877050 h 6877050"/>
                <a:gd name="connsiteX3" fmla="*/ 0 w 7926129"/>
                <a:gd name="connsiteY3" fmla="*/ 6877050 h 6877050"/>
                <a:gd name="connsiteX4" fmla="*/ 0 w 7926129"/>
                <a:gd name="connsiteY4" fmla="*/ 19050 h 6877050"/>
                <a:gd name="connsiteX0" fmla="*/ 0 w 8292839"/>
                <a:gd name="connsiteY0" fmla="*/ 19050 h 6877050"/>
                <a:gd name="connsiteX1" fmla="*/ 7915275 w 8292839"/>
                <a:gd name="connsiteY1" fmla="*/ 0 h 6877050"/>
                <a:gd name="connsiteX2" fmla="*/ 6810375 w 8292839"/>
                <a:gd name="connsiteY2" fmla="*/ 3800475 h 6877050"/>
                <a:gd name="connsiteX3" fmla="*/ 4905375 w 8292839"/>
                <a:gd name="connsiteY3" fmla="*/ 6877050 h 6877050"/>
                <a:gd name="connsiteX4" fmla="*/ 0 w 8292839"/>
                <a:gd name="connsiteY4" fmla="*/ 6877050 h 6877050"/>
                <a:gd name="connsiteX5" fmla="*/ 0 w 8292839"/>
                <a:gd name="connsiteY5" fmla="*/ 19050 h 6877050"/>
                <a:gd name="connsiteX0" fmla="*/ 0 w 7922805"/>
                <a:gd name="connsiteY0" fmla="*/ 19050 h 6877050"/>
                <a:gd name="connsiteX1" fmla="*/ 7915275 w 7922805"/>
                <a:gd name="connsiteY1" fmla="*/ 0 h 6877050"/>
                <a:gd name="connsiteX2" fmla="*/ 6810375 w 7922805"/>
                <a:gd name="connsiteY2" fmla="*/ 3800475 h 6877050"/>
                <a:gd name="connsiteX3" fmla="*/ 4905375 w 7922805"/>
                <a:gd name="connsiteY3" fmla="*/ 6877050 h 6877050"/>
                <a:gd name="connsiteX4" fmla="*/ 0 w 7922805"/>
                <a:gd name="connsiteY4" fmla="*/ 6877050 h 6877050"/>
                <a:gd name="connsiteX5" fmla="*/ 0 w 7922805"/>
                <a:gd name="connsiteY5" fmla="*/ 19050 h 6877050"/>
                <a:gd name="connsiteX0" fmla="*/ 0 w 7930675"/>
                <a:gd name="connsiteY0" fmla="*/ 19050 h 6877050"/>
                <a:gd name="connsiteX1" fmla="*/ 7915275 w 7930675"/>
                <a:gd name="connsiteY1" fmla="*/ 0 h 6877050"/>
                <a:gd name="connsiteX2" fmla="*/ 7210425 w 7930675"/>
                <a:gd name="connsiteY2" fmla="*/ 3771900 h 6877050"/>
                <a:gd name="connsiteX3" fmla="*/ 4905375 w 7930675"/>
                <a:gd name="connsiteY3" fmla="*/ 6877050 h 6877050"/>
                <a:gd name="connsiteX4" fmla="*/ 0 w 7930675"/>
                <a:gd name="connsiteY4" fmla="*/ 6877050 h 6877050"/>
                <a:gd name="connsiteX5" fmla="*/ 0 w 7930675"/>
                <a:gd name="connsiteY5" fmla="*/ 19050 h 6877050"/>
                <a:gd name="connsiteX0" fmla="*/ 0 w 7936697"/>
                <a:gd name="connsiteY0" fmla="*/ 19050 h 6877050"/>
                <a:gd name="connsiteX1" fmla="*/ 7915275 w 7936697"/>
                <a:gd name="connsiteY1" fmla="*/ 0 h 6877050"/>
                <a:gd name="connsiteX2" fmla="*/ 7324725 w 7936697"/>
                <a:gd name="connsiteY2" fmla="*/ 3810000 h 6877050"/>
                <a:gd name="connsiteX3" fmla="*/ 4905375 w 7936697"/>
                <a:gd name="connsiteY3" fmla="*/ 6877050 h 6877050"/>
                <a:gd name="connsiteX4" fmla="*/ 0 w 7936697"/>
                <a:gd name="connsiteY4" fmla="*/ 6877050 h 6877050"/>
                <a:gd name="connsiteX5" fmla="*/ 0 w 7936697"/>
                <a:gd name="connsiteY5" fmla="*/ 19050 h 6877050"/>
                <a:gd name="connsiteX0" fmla="*/ 0 w 7949740"/>
                <a:gd name="connsiteY0" fmla="*/ 19050 h 6877050"/>
                <a:gd name="connsiteX1" fmla="*/ 7915275 w 7949740"/>
                <a:gd name="connsiteY1" fmla="*/ 0 h 6877050"/>
                <a:gd name="connsiteX2" fmla="*/ 7448550 w 7949740"/>
                <a:gd name="connsiteY2" fmla="*/ 3790950 h 6877050"/>
                <a:gd name="connsiteX3" fmla="*/ 4905375 w 7949740"/>
                <a:gd name="connsiteY3" fmla="*/ 6877050 h 6877050"/>
                <a:gd name="connsiteX4" fmla="*/ 0 w 7949740"/>
                <a:gd name="connsiteY4" fmla="*/ 6877050 h 6877050"/>
                <a:gd name="connsiteX5" fmla="*/ 0 w 7949740"/>
                <a:gd name="connsiteY5" fmla="*/ 19050 h 6877050"/>
                <a:gd name="connsiteX0" fmla="*/ 0 w 7936042"/>
                <a:gd name="connsiteY0" fmla="*/ 19050 h 6877050"/>
                <a:gd name="connsiteX1" fmla="*/ 7915275 w 7936042"/>
                <a:gd name="connsiteY1" fmla="*/ 0 h 6877050"/>
                <a:gd name="connsiteX2" fmla="*/ 7315200 w 7936042"/>
                <a:gd name="connsiteY2" fmla="*/ 3819525 h 6877050"/>
                <a:gd name="connsiteX3" fmla="*/ 4905375 w 7936042"/>
                <a:gd name="connsiteY3" fmla="*/ 6877050 h 6877050"/>
                <a:gd name="connsiteX4" fmla="*/ 0 w 7936042"/>
                <a:gd name="connsiteY4" fmla="*/ 6877050 h 6877050"/>
                <a:gd name="connsiteX5" fmla="*/ 0 w 7936042"/>
                <a:gd name="connsiteY5" fmla="*/ 19050 h 6877050"/>
                <a:gd name="connsiteX0" fmla="*/ 0 w 7936042"/>
                <a:gd name="connsiteY0" fmla="*/ 19050 h 6877050"/>
                <a:gd name="connsiteX1" fmla="*/ 7915275 w 7936042"/>
                <a:gd name="connsiteY1" fmla="*/ 0 h 6877050"/>
                <a:gd name="connsiteX2" fmla="*/ 7315200 w 7936042"/>
                <a:gd name="connsiteY2" fmla="*/ 3819525 h 6877050"/>
                <a:gd name="connsiteX3" fmla="*/ 4695825 w 7936042"/>
                <a:gd name="connsiteY3" fmla="*/ 6877050 h 6877050"/>
                <a:gd name="connsiteX4" fmla="*/ 0 w 7936042"/>
                <a:gd name="connsiteY4" fmla="*/ 6877050 h 6877050"/>
                <a:gd name="connsiteX5" fmla="*/ 0 w 7936042"/>
                <a:gd name="connsiteY5" fmla="*/ 19050 h 6877050"/>
                <a:gd name="connsiteX0" fmla="*/ 0 w 8053791"/>
                <a:gd name="connsiteY0" fmla="*/ 38100 h 6896100"/>
                <a:gd name="connsiteX1" fmla="*/ 8039100 w 8053791"/>
                <a:gd name="connsiteY1" fmla="*/ 0 h 6896100"/>
                <a:gd name="connsiteX2" fmla="*/ 7315200 w 8053791"/>
                <a:gd name="connsiteY2" fmla="*/ 3838575 h 6896100"/>
                <a:gd name="connsiteX3" fmla="*/ 4695825 w 8053791"/>
                <a:gd name="connsiteY3" fmla="*/ 6896100 h 6896100"/>
                <a:gd name="connsiteX4" fmla="*/ 0 w 8053791"/>
                <a:gd name="connsiteY4" fmla="*/ 6896100 h 6896100"/>
                <a:gd name="connsiteX5" fmla="*/ 0 w 8053791"/>
                <a:gd name="connsiteY5" fmla="*/ 38100 h 6896100"/>
                <a:gd name="connsiteX0" fmla="*/ 0 w 8053791"/>
                <a:gd name="connsiteY0" fmla="*/ 38100 h 6896100"/>
                <a:gd name="connsiteX1" fmla="*/ 8039100 w 8053791"/>
                <a:gd name="connsiteY1" fmla="*/ 0 h 6896100"/>
                <a:gd name="connsiteX2" fmla="*/ 7315200 w 8053791"/>
                <a:gd name="connsiteY2" fmla="*/ 3838575 h 6896100"/>
                <a:gd name="connsiteX3" fmla="*/ 4695825 w 8053791"/>
                <a:gd name="connsiteY3" fmla="*/ 6896100 h 6896100"/>
                <a:gd name="connsiteX4" fmla="*/ 0 w 8053791"/>
                <a:gd name="connsiteY4" fmla="*/ 6896100 h 6896100"/>
                <a:gd name="connsiteX5" fmla="*/ 0 w 8053791"/>
                <a:gd name="connsiteY5" fmla="*/ 3810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53791" h="6896100">
                  <a:moveTo>
                    <a:pt x="0" y="38100"/>
                  </a:moveTo>
                  <a:lnTo>
                    <a:pt x="8039100" y="0"/>
                  </a:lnTo>
                  <a:cubicBezTo>
                    <a:pt x="8126412" y="963612"/>
                    <a:pt x="7816850" y="2692400"/>
                    <a:pt x="7315200" y="3838575"/>
                  </a:cubicBezTo>
                  <a:cubicBezTo>
                    <a:pt x="6813550" y="4984750"/>
                    <a:pt x="5764213" y="6259512"/>
                    <a:pt x="4695825" y="6896100"/>
                  </a:cubicBezTo>
                  <a:lnTo>
                    <a:pt x="0" y="6896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"/>
            <p:cNvSpPr/>
            <p:nvPr userDrawn="1"/>
          </p:nvSpPr>
          <p:spPr>
            <a:xfrm>
              <a:off x="0" y="-1"/>
              <a:ext cx="8894854" cy="6858000"/>
            </a:xfrm>
            <a:custGeom>
              <a:avLst/>
              <a:gdLst>
                <a:gd name="connsiteX0" fmla="*/ 0 w 6334125"/>
                <a:gd name="connsiteY0" fmla="*/ 0 h 6858000"/>
                <a:gd name="connsiteX1" fmla="*/ 6334125 w 6334125"/>
                <a:gd name="connsiteY1" fmla="*/ 0 h 6858000"/>
                <a:gd name="connsiteX2" fmla="*/ 6334125 w 6334125"/>
                <a:gd name="connsiteY2" fmla="*/ 6858000 h 6858000"/>
                <a:gd name="connsiteX3" fmla="*/ 0 w 6334125"/>
                <a:gd name="connsiteY3" fmla="*/ 6858000 h 6858000"/>
                <a:gd name="connsiteX4" fmla="*/ 0 w 6334125"/>
                <a:gd name="connsiteY4" fmla="*/ 0 h 6858000"/>
                <a:gd name="connsiteX0" fmla="*/ 0 w 7915275"/>
                <a:gd name="connsiteY0" fmla="*/ 19050 h 6877050"/>
                <a:gd name="connsiteX1" fmla="*/ 7915275 w 7915275"/>
                <a:gd name="connsiteY1" fmla="*/ 0 h 6877050"/>
                <a:gd name="connsiteX2" fmla="*/ 6334125 w 7915275"/>
                <a:gd name="connsiteY2" fmla="*/ 6877050 h 6877050"/>
                <a:gd name="connsiteX3" fmla="*/ 0 w 7915275"/>
                <a:gd name="connsiteY3" fmla="*/ 6877050 h 6877050"/>
                <a:gd name="connsiteX4" fmla="*/ 0 w 7915275"/>
                <a:gd name="connsiteY4" fmla="*/ 19050 h 6877050"/>
                <a:gd name="connsiteX0" fmla="*/ 0 w 8299228"/>
                <a:gd name="connsiteY0" fmla="*/ 19050 h 6877050"/>
                <a:gd name="connsiteX1" fmla="*/ 7915275 w 8299228"/>
                <a:gd name="connsiteY1" fmla="*/ 0 h 6877050"/>
                <a:gd name="connsiteX2" fmla="*/ 6334125 w 8299228"/>
                <a:gd name="connsiteY2" fmla="*/ 6877050 h 6877050"/>
                <a:gd name="connsiteX3" fmla="*/ 0 w 8299228"/>
                <a:gd name="connsiteY3" fmla="*/ 6877050 h 6877050"/>
                <a:gd name="connsiteX4" fmla="*/ 0 w 8299228"/>
                <a:gd name="connsiteY4" fmla="*/ 19050 h 6877050"/>
                <a:gd name="connsiteX0" fmla="*/ 0 w 8151610"/>
                <a:gd name="connsiteY0" fmla="*/ 19050 h 6877050"/>
                <a:gd name="connsiteX1" fmla="*/ 7915275 w 8151610"/>
                <a:gd name="connsiteY1" fmla="*/ 0 h 6877050"/>
                <a:gd name="connsiteX2" fmla="*/ 4905375 w 8151610"/>
                <a:gd name="connsiteY2" fmla="*/ 6877050 h 6877050"/>
                <a:gd name="connsiteX3" fmla="*/ 0 w 8151610"/>
                <a:gd name="connsiteY3" fmla="*/ 6877050 h 6877050"/>
                <a:gd name="connsiteX4" fmla="*/ 0 w 8151610"/>
                <a:gd name="connsiteY4" fmla="*/ 19050 h 6877050"/>
                <a:gd name="connsiteX0" fmla="*/ 0 w 7926129"/>
                <a:gd name="connsiteY0" fmla="*/ 19050 h 6877050"/>
                <a:gd name="connsiteX1" fmla="*/ 7915275 w 7926129"/>
                <a:gd name="connsiteY1" fmla="*/ 0 h 6877050"/>
                <a:gd name="connsiteX2" fmla="*/ 4905375 w 7926129"/>
                <a:gd name="connsiteY2" fmla="*/ 6877050 h 6877050"/>
                <a:gd name="connsiteX3" fmla="*/ 0 w 7926129"/>
                <a:gd name="connsiteY3" fmla="*/ 6877050 h 6877050"/>
                <a:gd name="connsiteX4" fmla="*/ 0 w 7926129"/>
                <a:gd name="connsiteY4" fmla="*/ 19050 h 6877050"/>
                <a:gd name="connsiteX0" fmla="*/ 0 w 8292839"/>
                <a:gd name="connsiteY0" fmla="*/ 19050 h 6877050"/>
                <a:gd name="connsiteX1" fmla="*/ 7915275 w 8292839"/>
                <a:gd name="connsiteY1" fmla="*/ 0 h 6877050"/>
                <a:gd name="connsiteX2" fmla="*/ 6810375 w 8292839"/>
                <a:gd name="connsiteY2" fmla="*/ 3800475 h 6877050"/>
                <a:gd name="connsiteX3" fmla="*/ 4905375 w 8292839"/>
                <a:gd name="connsiteY3" fmla="*/ 6877050 h 6877050"/>
                <a:gd name="connsiteX4" fmla="*/ 0 w 8292839"/>
                <a:gd name="connsiteY4" fmla="*/ 6877050 h 6877050"/>
                <a:gd name="connsiteX5" fmla="*/ 0 w 8292839"/>
                <a:gd name="connsiteY5" fmla="*/ 19050 h 6877050"/>
                <a:gd name="connsiteX0" fmla="*/ 0 w 7922805"/>
                <a:gd name="connsiteY0" fmla="*/ 19050 h 6877050"/>
                <a:gd name="connsiteX1" fmla="*/ 7915275 w 7922805"/>
                <a:gd name="connsiteY1" fmla="*/ 0 h 6877050"/>
                <a:gd name="connsiteX2" fmla="*/ 6810375 w 7922805"/>
                <a:gd name="connsiteY2" fmla="*/ 3800475 h 6877050"/>
                <a:gd name="connsiteX3" fmla="*/ 4905375 w 7922805"/>
                <a:gd name="connsiteY3" fmla="*/ 6877050 h 6877050"/>
                <a:gd name="connsiteX4" fmla="*/ 0 w 7922805"/>
                <a:gd name="connsiteY4" fmla="*/ 6877050 h 6877050"/>
                <a:gd name="connsiteX5" fmla="*/ 0 w 7922805"/>
                <a:gd name="connsiteY5" fmla="*/ 19050 h 6877050"/>
                <a:gd name="connsiteX0" fmla="*/ 0 w 7930675"/>
                <a:gd name="connsiteY0" fmla="*/ 19050 h 6877050"/>
                <a:gd name="connsiteX1" fmla="*/ 7915275 w 7930675"/>
                <a:gd name="connsiteY1" fmla="*/ 0 h 6877050"/>
                <a:gd name="connsiteX2" fmla="*/ 7210425 w 7930675"/>
                <a:gd name="connsiteY2" fmla="*/ 3771900 h 6877050"/>
                <a:gd name="connsiteX3" fmla="*/ 4905375 w 7930675"/>
                <a:gd name="connsiteY3" fmla="*/ 6877050 h 6877050"/>
                <a:gd name="connsiteX4" fmla="*/ 0 w 7930675"/>
                <a:gd name="connsiteY4" fmla="*/ 6877050 h 6877050"/>
                <a:gd name="connsiteX5" fmla="*/ 0 w 7930675"/>
                <a:gd name="connsiteY5" fmla="*/ 19050 h 6877050"/>
                <a:gd name="connsiteX0" fmla="*/ 0 w 7936697"/>
                <a:gd name="connsiteY0" fmla="*/ 19050 h 6877050"/>
                <a:gd name="connsiteX1" fmla="*/ 7915275 w 7936697"/>
                <a:gd name="connsiteY1" fmla="*/ 0 h 6877050"/>
                <a:gd name="connsiteX2" fmla="*/ 7324725 w 7936697"/>
                <a:gd name="connsiteY2" fmla="*/ 3810000 h 6877050"/>
                <a:gd name="connsiteX3" fmla="*/ 4905375 w 7936697"/>
                <a:gd name="connsiteY3" fmla="*/ 6877050 h 6877050"/>
                <a:gd name="connsiteX4" fmla="*/ 0 w 7936697"/>
                <a:gd name="connsiteY4" fmla="*/ 6877050 h 6877050"/>
                <a:gd name="connsiteX5" fmla="*/ 0 w 7936697"/>
                <a:gd name="connsiteY5" fmla="*/ 19050 h 6877050"/>
                <a:gd name="connsiteX0" fmla="*/ 0 w 7949740"/>
                <a:gd name="connsiteY0" fmla="*/ 19050 h 6877050"/>
                <a:gd name="connsiteX1" fmla="*/ 7915275 w 7949740"/>
                <a:gd name="connsiteY1" fmla="*/ 0 h 6877050"/>
                <a:gd name="connsiteX2" fmla="*/ 7448550 w 7949740"/>
                <a:gd name="connsiteY2" fmla="*/ 3790950 h 6877050"/>
                <a:gd name="connsiteX3" fmla="*/ 4905375 w 7949740"/>
                <a:gd name="connsiteY3" fmla="*/ 6877050 h 6877050"/>
                <a:gd name="connsiteX4" fmla="*/ 0 w 7949740"/>
                <a:gd name="connsiteY4" fmla="*/ 6877050 h 6877050"/>
                <a:gd name="connsiteX5" fmla="*/ 0 w 7949740"/>
                <a:gd name="connsiteY5" fmla="*/ 19050 h 6877050"/>
                <a:gd name="connsiteX0" fmla="*/ 0 w 7936042"/>
                <a:gd name="connsiteY0" fmla="*/ 19050 h 6877050"/>
                <a:gd name="connsiteX1" fmla="*/ 7915275 w 7936042"/>
                <a:gd name="connsiteY1" fmla="*/ 0 h 6877050"/>
                <a:gd name="connsiteX2" fmla="*/ 7315200 w 7936042"/>
                <a:gd name="connsiteY2" fmla="*/ 3819525 h 6877050"/>
                <a:gd name="connsiteX3" fmla="*/ 4905375 w 7936042"/>
                <a:gd name="connsiteY3" fmla="*/ 6877050 h 6877050"/>
                <a:gd name="connsiteX4" fmla="*/ 0 w 7936042"/>
                <a:gd name="connsiteY4" fmla="*/ 6877050 h 6877050"/>
                <a:gd name="connsiteX5" fmla="*/ 0 w 7936042"/>
                <a:gd name="connsiteY5" fmla="*/ 19050 h 6877050"/>
                <a:gd name="connsiteX0" fmla="*/ 0 w 7940327"/>
                <a:gd name="connsiteY0" fmla="*/ 19050 h 6877050"/>
                <a:gd name="connsiteX1" fmla="*/ 7915275 w 7940327"/>
                <a:gd name="connsiteY1" fmla="*/ 0 h 6877050"/>
                <a:gd name="connsiteX2" fmla="*/ 7369595 w 7940327"/>
                <a:gd name="connsiteY2" fmla="*/ 3819525 h 6877050"/>
                <a:gd name="connsiteX3" fmla="*/ 4905375 w 7940327"/>
                <a:gd name="connsiteY3" fmla="*/ 6877050 h 6877050"/>
                <a:gd name="connsiteX4" fmla="*/ 0 w 7940327"/>
                <a:gd name="connsiteY4" fmla="*/ 6877050 h 6877050"/>
                <a:gd name="connsiteX5" fmla="*/ 0 w 7940327"/>
                <a:gd name="connsiteY5" fmla="*/ 19050 h 6877050"/>
                <a:gd name="connsiteX0" fmla="*/ 0 w 7940327"/>
                <a:gd name="connsiteY0" fmla="*/ 19050 h 6877050"/>
                <a:gd name="connsiteX1" fmla="*/ 7915275 w 7940327"/>
                <a:gd name="connsiteY1" fmla="*/ 0 h 6877050"/>
                <a:gd name="connsiteX2" fmla="*/ 7369595 w 7940327"/>
                <a:gd name="connsiteY2" fmla="*/ 3819525 h 6877050"/>
                <a:gd name="connsiteX3" fmla="*/ 4905375 w 7940327"/>
                <a:gd name="connsiteY3" fmla="*/ 6877050 h 6877050"/>
                <a:gd name="connsiteX4" fmla="*/ 0 w 7940327"/>
                <a:gd name="connsiteY4" fmla="*/ 6877050 h 6877050"/>
                <a:gd name="connsiteX5" fmla="*/ 0 w 7940327"/>
                <a:gd name="connsiteY5" fmla="*/ 19050 h 687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40327" h="6877050">
                  <a:moveTo>
                    <a:pt x="0" y="19050"/>
                  </a:moveTo>
                  <a:lnTo>
                    <a:pt x="7915275" y="0"/>
                  </a:lnTo>
                  <a:cubicBezTo>
                    <a:pt x="8002587" y="963612"/>
                    <a:pt x="7871245" y="2673350"/>
                    <a:pt x="7369595" y="3819525"/>
                  </a:cubicBezTo>
                  <a:cubicBezTo>
                    <a:pt x="6867945" y="4965700"/>
                    <a:pt x="5986043" y="6249987"/>
                    <a:pt x="4905375" y="6877050"/>
                  </a:cubicBezTo>
                  <a:lnTo>
                    <a:pt x="0" y="6877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57175" y="180975"/>
            <a:ext cx="2009775" cy="855286"/>
            <a:chOff x="2752725" y="180975"/>
            <a:chExt cx="2009775" cy="855286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175" y="1119814"/>
            <a:ext cx="6657340" cy="909011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36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257175" y="2112378"/>
            <a:ext cx="6657340" cy="41052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79783" y="5622449"/>
            <a:ext cx="2067558" cy="1099026"/>
            <a:chOff x="179783" y="5622449"/>
            <a:chExt cx="2067558" cy="1099026"/>
          </a:xfrm>
        </p:grpSpPr>
        <p:grpSp>
          <p:nvGrpSpPr>
            <p:cNvPr id="17" name="Group 16"/>
            <p:cNvGrpSpPr/>
            <p:nvPr userDrawn="1"/>
          </p:nvGrpSpPr>
          <p:grpSpPr>
            <a:xfrm>
              <a:off x="179783" y="6573996"/>
              <a:ext cx="356234" cy="147479"/>
              <a:chOff x="660083" y="4937919"/>
              <a:chExt cx="356234" cy="147479"/>
            </a:xfrm>
          </p:grpSpPr>
          <p:sp>
            <p:nvSpPr>
              <p:cNvPr id="116" name="Freeform 11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 11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Freeform 11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Freeform 11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Freeform 11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Freeform 12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 userDrawn="1"/>
          </p:nvGrpSpPr>
          <p:grpSpPr>
            <a:xfrm>
              <a:off x="179783" y="6336110"/>
              <a:ext cx="356234" cy="147479"/>
              <a:chOff x="660083" y="4937919"/>
              <a:chExt cx="356234" cy="147479"/>
            </a:xfrm>
          </p:grpSpPr>
          <p:sp>
            <p:nvSpPr>
              <p:cNvPr id="110" name="Freeform 10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 11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reeform 11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>
              <a:off x="179783" y="6098223"/>
              <a:ext cx="356234" cy="147479"/>
              <a:chOff x="660083" y="4937919"/>
              <a:chExt cx="356234" cy="147479"/>
            </a:xfrm>
          </p:grpSpPr>
          <p:sp>
            <p:nvSpPr>
              <p:cNvPr id="104" name="Freeform 10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reeform 10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 10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 10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reeform 10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Freeform 10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/>
            <p:cNvGrpSpPr/>
            <p:nvPr userDrawn="1"/>
          </p:nvGrpSpPr>
          <p:grpSpPr>
            <a:xfrm>
              <a:off x="179783" y="5860336"/>
              <a:ext cx="356234" cy="147479"/>
              <a:chOff x="660083" y="4937919"/>
              <a:chExt cx="356234" cy="147479"/>
            </a:xfrm>
          </p:grpSpPr>
          <p:sp>
            <p:nvSpPr>
              <p:cNvPr id="98" name="Freeform 9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 9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Freeform 9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 10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Freeform 10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Freeform 10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>
            <a:xfrm>
              <a:off x="179783" y="5622449"/>
              <a:ext cx="356234" cy="147479"/>
              <a:chOff x="660083" y="4937919"/>
              <a:chExt cx="356234" cy="147479"/>
            </a:xfrm>
          </p:grpSpPr>
          <p:sp>
            <p:nvSpPr>
              <p:cNvPr id="92" name="Freeform 9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reeform 9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 userDrawn="1"/>
          </p:nvGrpSpPr>
          <p:grpSpPr>
            <a:xfrm>
              <a:off x="607614" y="6573996"/>
              <a:ext cx="356234" cy="147479"/>
              <a:chOff x="660083" y="4937919"/>
              <a:chExt cx="356234" cy="147479"/>
            </a:xfrm>
          </p:grpSpPr>
          <p:sp>
            <p:nvSpPr>
              <p:cNvPr id="86" name="Freeform 8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 8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 8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 9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/>
            <p:cNvGrpSpPr/>
            <p:nvPr userDrawn="1"/>
          </p:nvGrpSpPr>
          <p:grpSpPr>
            <a:xfrm>
              <a:off x="607614" y="6336110"/>
              <a:ext cx="356234" cy="147479"/>
              <a:chOff x="660083" y="4937919"/>
              <a:chExt cx="356234" cy="147479"/>
            </a:xfrm>
          </p:grpSpPr>
          <p:sp>
            <p:nvSpPr>
              <p:cNvPr id="80" name="Freeform 7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 8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8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 8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 8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 8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 userDrawn="1"/>
          </p:nvGrpSpPr>
          <p:grpSpPr>
            <a:xfrm>
              <a:off x="607614" y="6098223"/>
              <a:ext cx="356234" cy="147479"/>
              <a:chOff x="660083" y="4937919"/>
              <a:chExt cx="356234" cy="147479"/>
            </a:xfrm>
          </p:grpSpPr>
          <p:sp>
            <p:nvSpPr>
              <p:cNvPr id="74" name="Freeform 7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7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 userDrawn="1"/>
          </p:nvGrpSpPr>
          <p:grpSpPr>
            <a:xfrm>
              <a:off x="607614" y="5860336"/>
              <a:ext cx="356234" cy="147479"/>
              <a:chOff x="660083" y="4937919"/>
              <a:chExt cx="356234" cy="147479"/>
            </a:xfrm>
          </p:grpSpPr>
          <p:sp>
            <p:nvSpPr>
              <p:cNvPr id="68" name="Freeform 6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 6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6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7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 7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 userDrawn="1"/>
          </p:nvGrpSpPr>
          <p:grpSpPr>
            <a:xfrm>
              <a:off x="1035445" y="6573996"/>
              <a:ext cx="356234" cy="147479"/>
              <a:chOff x="660083" y="4937919"/>
              <a:chExt cx="356234" cy="147479"/>
            </a:xfrm>
          </p:grpSpPr>
          <p:sp>
            <p:nvSpPr>
              <p:cNvPr id="62" name="Freeform 6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 6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>
              <a:off x="1035445" y="6336110"/>
              <a:ext cx="356234" cy="147479"/>
              <a:chOff x="660083" y="4937919"/>
              <a:chExt cx="356234" cy="147479"/>
            </a:xfrm>
          </p:grpSpPr>
          <p:sp>
            <p:nvSpPr>
              <p:cNvPr id="56" name="Freeform 5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/>
            <p:nvPr userDrawn="1"/>
          </p:nvGrpSpPr>
          <p:grpSpPr>
            <a:xfrm>
              <a:off x="1035445" y="6098223"/>
              <a:ext cx="356234" cy="147479"/>
              <a:chOff x="660083" y="4937919"/>
              <a:chExt cx="356234" cy="147479"/>
            </a:xfrm>
          </p:grpSpPr>
          <p:sp>
            <p:nvSpPr>
              <p:cNvPr id="50" name="Freeform 4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 5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 5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/>
            <p:cNvGrpSpPr/>
            <p:nvPr userDrawn="1"/>
          </p:nvGrpSpPr>
          <p:grpSpPr>
            <a:xfrm>
              <a:off x="1463276" y="6573996"/>
              <a:ext cx="356234" cy="147479"/>
              <a:chOff x="660083" y="4937919"/>
              <a:chExt cx="356234" cy="147479"/>
            </a:xfrm>
          </p:grpSpPr>
          <p:sp>
            <p:nvSpPr>
              <p:cNvPr id="44" name="Freeform 4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 4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1463276" y="6336110"/>
              <a:ext cx="356234" cy="147479"/>
              <a:chOff x="660083" y="4937919"/>
              <a:chExt cx="356234" cy="147479"/>
            </a:xfrm>
          </p:grpSpPr>
          <p:sp>
            <p:nvSpPr>
              <p:cNvPr id="38" name="Freeform 3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 3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 4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 userDrawn="1"/>
          </p:nvGrpSpPr>
          <p:grpSpPr>
            <a:xfrm>
              <a:off x="1891107" y="6573996"/>
              <a:ext cx="356234" cy="147479"/>
              <a:chOff x="660083" y="4937919"/>
              <a:chExt cx="356234" cy="147479"/>
            </a:xfrm>
          </p:grpSpPr>
          <p:sp>
            <p:nvSpPr>
              <p:cNvPr id="32" name="Freeform 3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 3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3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 3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 3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 3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6" name="Rectangle 7"/>
          <p:cNvSpPr/>
          <p:nvPr userDrawn="1"/>
        </p:nvSpPr>
        <p:spPr>
          <a:xfrm>
            <a:off x="5581649" y="-1"/>
            <a:ext cx="6610351" cy="6857999"/>
          </a:xfrm>
          <a:custGeom>
            <a:avLst/>
            <a:gdLst>
              <a:gd name="connsiteX0" fmla="*/ 0 w 6886575"/>
              <a:gd name="connsiteY0" fmla="*/ 0 h 6857999"/>
              <a:gd name="connsiteX1" fmla="*/ 6886575 w 6886575"/>
              <a:gd name="connsiteY1" fmla="*/ 0 h 6857999"/>
              <a:gd name="connsiteX2" fmla="*/ 6886575 w 6886575"/>
              <a:gd name="connsiteY2" fmla="*/ 6857999 h 6857999"/>
              <a:gd name="connsiteX3" fmla="*/ 0 w 6886575"/>
              <a:gd name="connsiteY3" fmla="*/ 6857999 h 6857999"/>
              <a:gd name="connsiteX4" fmla="*/ 0 w 6886575"/>
              <a:gd name="connsiteY4" fmla="*/ 0 h 6857999"/>
              <a:gd name="connsiteX0" fmla="*/ 3876675 w 6886575"/>
              <a:gd name="connsiteY0" fmla="*/ 0 h 6857999"/>
              <a:gd name="connsiteX1" fmla="*/ 6886575 w 6886575"/>
              <a:gd name="connsiteY1" fmla="*/ 0 h 6857999"/>
              <a:gd name="connsiteX2" fmla="*/ 6886575 w 6886575"/>
              <a:gd name="connsiteY2" fmla="*/ 6857999 h 6857999"/>
              <a:gd name="connsiteX3" fmla="*/ 0 w 6886575"/>
              <a:gd name="connsiteY3" fmla="*/ 6857999 h 6857999"/>
              <a:gd name="connsiteX4" fmla="*/ 3876675 w 6886575"/>
              <a:gd name="connsiteY4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3562350 w 6572250"/>
              <a:gd name="connsiteY4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1876424 w 6572250"/>
              <a:gd name="connsiteY4" fmla="*/ 3248025 h 6857999"/>
              <a:gd name="connsiteX5" fmla="*/ 3562350 w 6572250"/>
              <a:gd name="connsiteY5" fmla="*/ 0 h 6857999"/>
              <a:gd name="connsiteX0" fmla="*/ 3737098 w 6746998"/>
              <a:gd name="connsiteY0" fmla="*/ 0 h 6857999"/>
              <a:gd name="connsiteX1" fmla="*/ 6746998 w 6746998"/>
              <a:gd name="connsiteY1" fmla="*/ 0 h 6857999"/>
              <a:gd name="connsiteX2" fmla="*/ 6746998 w 6746998"/>
              <a:gd name="connsiteY2" fmla="*/ 6857999 h 6857999"/>
              <a:gd name="connsiteX3" fmla="*/ 174748 w 6746998"/>
              <a:gd name="connsiteY3" fmla="*/ 6857999 h 6857999"/>
              <a:gd name="connsiteX4" fmla="*/ 2051172 w 6746998"/>
              <a:gd name="connsiteY4" fmla="*/ 3248025 h 6857999"/>
              <a:gd name="connsiteX5" fmla="*/ 3737098 w 6746998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1876424 w 6572250"/>
              <a:gd name="connsiteY4" fmla="*/ 3248025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86074 w 6572250"/>
              <a:gd name="connsiteY4" fmla="*/ 3629025 h 6857999"/>
              <a:gd name="connsiteX5" fmla="*/ 3562350 w 6572250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72250" h="6857999">
                <a:moveTo>
                  <a:pt x="3562350" y="0"/>
                </a:moveTo>
                <a:lnTo>
                  <a:pt x="6572250" y="0"/>
                </a:lnTo>
                <a:lnTo>
                  <a:pt x="6572250" y="6857999"/>
                </a:lnTo>
                <a:lnTo>
                  <a:pt x="0" y="6857999"/>
                </a:lnTo>
                <a:cubicBezTo>
                  <a:pt x="1084262" y="6332537"/>
                  <a:pt x="2387599" y="4791075"/>
                  <a:pt x="2886074" y="3629025"/>
                </a:cubicBezTo>
                <a:cubicBezTo>
                  <a:pt x="3384549" y="2466975"/>
                  <a:pt x="3617912" y="1036638"/>
                  <a:pt x="3562350" y="0"/>
                </a:cubicBezTo>
                <a:close/>
              </a:path>
            </a:pathLst>
          </a:custGeom>
          <a:solidFill>
            <a:schemeClr val="accent6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40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8" name="Rounded Rectangle 7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 userDrawn="1"/>
        </p:nvSpPr>
        <p:spPr>
          <a:xfrm>
            <a:off x="522366" y="1127875"/>
            <a:ext cx="382510" cy="89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59877" y="1127875"/>
            <a:ext cx="382510" cy="89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397388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03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47280" y="6356350"/>
            <a:ext cx="706120" cy="365125"/>
          </a:xfrm>
          <a:prstGeom prst="rect">
            <a:avLst/>
          </a:prstGeom>
        </p:spPr>
        <p:txBody>
          <a:bodyPr/>
          <a:lstStyle/>
          <a:p>
            <a:fld id="{E296E2B7-3C9A-4EA7-98A1-F88844A561C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57175" y="180975"/>
            <a:ext cx="2009775" cy="855286"/>
            <a:chOff x="2752725" y="180975"/>
            <a:chExt cx="2009775" cy="855286"/>
          </a:xfrm>
        </p:grpSpPr>
        <p:sp>
          <p:nvSpPr>
            <p:cNvPr id="8" name="Rounded Rectangle 7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2285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137" y="1466850"/>
            <a:ext cx="5181600" cy="47101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6850"/>
            <a:ext cx="5181600" cy="47101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47280" y="6356350"/>
            <a:ext cx="706120" cy="365125"/>
          </a:xfrm>
          <a:prstGeom prst="rect">
            <a:avLst/>
          </a:prstGeom>
        </p:spPr>
        <p:txBody>
          <a:bodyPr/>
          <a:lstStyle/>
          <a:p>
            <a:fld id="{E296E2B7-3C9A-4EA7-98A1-F88844A561C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22366" y="1127875"/>
            <a:ext cx="382510" cy="89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59877" y="1127875"/>
            <a:ext cx="382510" cy="89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397388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7973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47280" y="6356350"/>
            <a:ext cx="706120" cy="365125"/>
          </a:xfrm>
          <a:prstGeom prst="rect">
            <a:avLst/>
          </a:prstGeom>
        </p:spPr>
        <p:txBody>
          <a:bodyPr/>
          <a:lstStyle/>
          <a:p>
            <a:fld id="{E296E2B7-3C9A-4EA7-98A1-F88844A561C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522366" y="1127875"/>
            <a:ext cx="382510" cy="89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59877" y="1127875"/>
            <a:ext cx="382510" cy="89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397388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9871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47280" y="6356350"/>
            <a:ext cx="706120" cy="365125"/>
          </a:xfrm>
          <a:prstGeom prst="rect">
            <a:avLst/>
          </a:prstGeom>
        </p:spPr>
        <p:txBody>
          <a:bodyPr/>
          <a:lstStyle/>
          <a:p>
            <a:fld id="{E296E2B7-3C9A-4EA7-98A1-F88844A561C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6" name="Rounded Rectangle 5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2779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E2B7-3C9A-4EA7-98A1-F88844A561C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522366" y="1127875"/>
            <a:ext cx="382510" cy="89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59877" y="1127875"/>
            <a:ext cx="382510" cy="89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397388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353137" y="1466850"/>
            <a:ext cx="5181600" cy="47101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5654675" y="1466850"/>
            <a:ext cx="5699125" cy="47101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56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9538"/>
            <a:ext cx="1125855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59213"/>
            <a:ext cx="1125855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C2694-F65A-4E6E-BDEA-8E952A6BD758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A2321-2EF7-43CC-BE09-0CD702675CF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872" y="159961"/>
            <a:ext cx="1834703" cy="6671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9799" y="99815"/>
            <a:ext cx="5857875" cy="87431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74125"/>
            <a:ext cx="12192000" cy="0"/>
          </a:xfrm>
          <a:prstGeom prst="line">
            <a:avLst/>
          </a:prstGeom>
          <a:ln w="444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481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0" y="1376363"/>
            <a:ext cx="12192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3856038"/>
            <a:ext cx="12192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5091112" y="180975"/>
            <a:ext cx="2009775" cy="855286"/>
            <a:chOff x="2752725" y="180975"/>
            <a:chExt cx="2009775" cy="855286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0681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53137" y="296860"/>
            <a:ext cx="11000663" cy="779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3137" y="1530985"/>
            <a:ext cx="10961053" cy="468883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179465" y="6356350"/>
            <a:ext cx="164004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1107" y="6356350"/>
            <a:ext cx="777725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14" name="Rectangle 13"/>
          <p:cNvSpPr/>
          <p:nvPr userDrawn="1"/>
        </p:nvSpPr>
        <p:spPr>
          <a:xfrm>
            <a:off x="522366" y="1127875"/>
            <a:ext cx="382510" cy="89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959877" y="1127875"/>
            <a:ext cx="382510" cy="89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1397388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5880" y="6356350"/>
            <a:ext cx="706120" cy="365125"/>
          </a:xfrm>
        </p:spPr>
        <p:txBody>
          <a:bodyPr/>
          <a:lstStyle/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6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10820014" y="403223"/>
            <a:ext cx="1331732" cy="566736"/>
            <a:chOff x="2752725" y="180975"/>
            <a:chExt cx="2009775" cy="855286"/>
          </a:xfrm>
        </p:grpSpPr>
        <p:sp>
          <p:nvSpPr>
            <p:cNvPr id="7" name="Rounded Rectangle 6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 userDrawn="1"/>
        </p:nvSpPr>
        <p:spPr>
          <a:xfrm>
            <a:off x="522366" y="1127875"/>
            <a:ext cx="382510" cy="89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959877" y="1127875"/>
            <a:ext cx="382510" cy="89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397388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25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10820014" y="403223"/>
            <a:ext cx="1331732" cy="566736"/>
            <a:chOff x="2752725" y="180975"/>
            <a:chExt cx="2009775" cy="855286"/>
          </a:xfrm>
        </p:grpSpPr>
        <p:sp>
          <p:nvSpPr>
            <p:cNvPr id="7" name="Rounded Rectangle 6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5609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743" y="1501734"/>
            <a:ext cx="1166123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743" y="3981409"/>
            <a:ext cx="1166123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216124"/>
            <a:ext cx="1834703" cy="6671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6927" y="155978"/>
            <a:ext cx="5857875" cy="87431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1524000" y="1030288"/>
            <a:ext cx="10668000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130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743" y="2281052"/>
            <a:ext cx="1166123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743" y="4760727"/>
            <a:ext cx="1166123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279" y="184951"/>
            <a:ext cx="1834703" cy="66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919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4355" y="296860"/>
            <a:ext cx="10231582" cy="779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14355" y="1530985"/>
            <a:ext cx="10191972" cy="468883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514355" y="6356350"/>
            <a:ext cx="118456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6100" y="6356350"/>
            <a:ext cx="78522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5" name="Rounded Rectangle 14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17" name="Rectangle 16"/>
          <p:cNvSpPr/>
          <p:nvPr userDrawn="1"/>
        </p:nvSpPr>
        <p:spPr>
          <a:xfrm>
            <a:off x="514355" y="1127875"/>
            <a:ext cx="382510" cy="894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951866" y="1127875"/>
            <a:ext cx="382510" cy="89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1389377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5880" y="6356350"/>
            <a:ext cx="706120" cy="365125"/>
          </a:xfrm>
        </p:spPr>
        <p:txBody>
          <a:bodyPr/>
          <a:lstStyle/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37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5" name="Rounded Rectangle 14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514355" y="296860"/>
            <a:ext cx="10231582" cy="779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514355" y="6356350"/>
            <a:ext cx="118456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6100" y="6356350"/>
            <a:ext cx="78522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14355" y="1127875"/>
            <a:ext cx="382510" cy="894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951866" y="1127875"/>
            <a:ext cx="382510" cy="89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1389377" y="1127875"/>
            <a:ext cx="7822812" cy="894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5880" y="6356350"/>
            <a:ext cx="706120" cy="365125"/>
          </a:xfrm>
        </p:spPr>
        <p:txBody>
          <a:bodyPr/>
          <a:lstStyle/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59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10648324" y="403223"/>
            <a:ext cx="1331732" cy="566736"/>
            <a:chOff x="2752725" y="180975"/>
            <a:chExt cx="2009775" cy="855286"/>
          </a:xfrm>
        </p:grpSpPr>
        <p:sp>
          <p:nvSpPr>
            <p:cNvPr id="15" name="Rounded Rectangle 14"/>
            <p:cNvSpPr/>
            <p:nvPr userDrawn="1"/>
          </p:nvSpPr>
          <p:spPr>
            <a:xfrm>
              <a:off x="2752725" y="180975"/>
              <a:ext cx="2009775" cy="8552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840260" y="264528"/>
              <a:ext cx="1834703" cy="667165"/>
            </a:xfrm>
            <a:prstGeom prst="rect">
              <a:avLst/>
            </a:prstGeom>
          </p:spPr>
        </p:pic>
      </p:grp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514355" y="6356350"/>
            <a:ext cx="118456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6100" y="6356350"/>
            <a:ext cx="78522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5880" y="6356350"/>
            <a:ext cx="706120" cy="365125"/>
          </a:xfrm>
        </p:spPr>
        <p:txBody>
          <a:bodyPr/>
          <a:lstStyle/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4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137" y="296860"/>
            <a:ext cx="11000663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137" y="1530985"/>
            <a:ext cx="10961053" cy="4688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9465" y="6356350"/>
            <a:ext cx="1640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B970A-1A12-46D5-8B0E-08C81D74A2D6}" type="datetimeFigureOut">
              <a:rPr lang="en-US" smtClean="0"/>
              <a:t>02/03/2026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1107" y="6356350"/>
            <a:ext cx="7777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>
            <a:off x="9668360" y="3638231"/>
            <a:ext cx="2312170" cy="3219770"/>
          </a:xfrm>
          <a:custGeom>
            <a:avLst/>
            <a:gdLst>
              <a:gd name="connsiteX0" fmla="*/ 2305504 w 2345261"/>
              <a:gd name="connsiteY0" fmla="*/ 0 h 3395207"/>
              <a:gd name="connsiteX1" fmla="*/ 254068 w 2345261"/>
              <a:gd name="connsiteY1" fmla="*/ 2178658 h 3395207"/>
              <a:gd name="connsiteX2" fmla="*/ 102993 w 2345261"/>
              <a:gd name="connsiteY2" fmla="*/ 3395207 h 3395207"/>
              <a:gd name="connsiteX3" fmla="*/ 2345261 w 2345261"/>
              <a:gd name="connsiteY3" fmla="*/ 3395207 h 3395207"/>
              <a:gd name="connsiteX4" fmla="*/ 2345261 w 2345261"/>
              <a:gd name="connsiteY4" fmla="*/ 31805 h 3395207"/>
              <a:gd name="connsiteX5" fmla="*/ 2305504 w 2345261"/>
              <a:gd name="connsiteY5" fmla="*/ 0 h 3395207"/>
              <a:gd name="connsiteX0" fmla="*/ 2321531 w 2361288"/>
              <a:gd name="connsiteY0" fmla="*/ 0 h 3395207"/>
              <a:gd name="connsiteX1" fmla="*/ 270095 w 2361288"/>
              <a:gd name="connsiteY1" fmla="*/ 2178658 h 3395207"/>
              <a:gd name="connsiteX2" fmla="*/ 119020 w 2361288"/>
              <a:gd name="connsiteY2" fmla="*/ 3395207 h 3395207"/>
              <a:gd name="connsiteX3" fmla="*/ 2361288 w 2361288"/>
              <a:gd name="connsiteY3" fmla="*/ 3395207 h 3395207"/>
              <a:gd name="connsiteX4" fmla="*/ 2361288 w 2361288"/>
              <a:gd name="connsiteY4" fmla="*/ 31805 h 3395207"/>
              <a:gd name="connsiteX5" fmla="*/ 2321531 w 2361288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224831 w 2264588"/>
              <a:gd name="connsiteY0" fmla="*/ 0 h 3395207"/>
              <a:gd name="connsiteX1" fmla="*/ 173395 w 2264588"/>
              <a:gd name="connsiteY1" fmla="*/ 2178658 h 3395207"/>
              <a:gd name="connsiteX2" fmla="*/ 187125 w 2264588"/>
              <a:gd name="connsiteY2" fmla="*/ 3395207 h 3395207"/>
              <a:gd name="connsiteX3" fmla="*/ 2264588 w 2264588"/>
              <a:gd name="connsiteY3" fmla="*/ 3395207 h 3395207"/>
              <a:gd name="connsiteX4" fmla="*/ 2264588 w 2264588"/>
              <a:gd name="connsiteY4" fmla="*/ 31805 h 3395207"/>
              <a:gd name="connsiteX5" fmla="*/ 2224831 w 2264588"/>
              <a:gd name="connsiteY5" fmla="*/ 0 h 3395207"/>
              <a:gd name="connsiteX0" fmla="*/ 2224831 w 2307118"/>
              <a:gd name="connsiteY0" fmla="*/ 0 h 3395207"/>
              <a:gd name="connsiteX1" fmla="*/ 173395 w 2307118"/>
              <a:gd name="connsiteY1" fmla="*/ 2178658 h 3395207"/>
              <a:gd name="connsiteX2" fmla="*/ 187125 w 2307118"/>
              <a:gd name="connsiteY2" fmla="*/ 3395207 h 3395207"/>
              <a:gd name="connsiteX3" fmla="*/ 2264588 w 2307118"/>
              <a:gd name="connsiteY3" fmla="*/ 3395207 h 3395207"/>
              <a:gd name="connsiteX4" fmla="*/ 2307118 w 2307118"/>
              <a:gd name="connsiteY4" fmla="*/ 542167 h 3395207"/>
              <a:gd name="connsiteX5" fmla="*/ 2224831 w 2307118"/>
              <a:gd name="connsiteY5" fmla="*/ 0 h 3395207"/>
              <a:gd name="connsiteX0" fmla="*/ 2298995 w 2312170"/>
              <a:gd name="connsiteY0" fmla="*/ 0 h 3219770"/>
              <a:gd name="connsiteX1" fmla="*/ 178447 w 2312170"/>
              <a:gd name="connsiteY1" fmla="*/ 2003221 h 3219770"/>
              <a:gd name="connsiteX2" fmla="*/ 192177 w 2312170"/>
              <a:gd name="connsiteY2" fmla="*/ 3219770 h 3219770"/>
              <a:gd name="connsiteX3" fmla="*/ 2269640 w 2312170"/>
              <a:gd name="connsiteY3" fmla="*/ 3219770 h 3219770"/>
              <a:gd name="connsiteX4" fmla="*/ 2312170 w 2312170"/>
              <a:gd name="connsiteY4" fmla="*/ 366730 h 3219770"/>
              <a:gd name="connsiteX5" fmla="*/ 2298995 w 2312170"/>
              <a:gd name="connsiteY5" fmla="*/ 0 h 3219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2170" h="3219770">
                <a:moveTo>
                  <a:pt x="2298995" y="0"/>
                </a:moveTo>
                <a:cubicBezTo>
                  <a:pt x="1456819" y="806395"/>
                  <a:pt x="529583" y="1466593"/>
                  <a:pt x="178447" y="2003221"/>
                </a:cubicBezTo>
                <a:cubicBezTo>
                  <a:pt x="-172689" y="2539849"/>
                  <a:pt x="84172" y="2894429"/>
                  <a:pt x="192177" y="3219770"/>
                </a:cubicBezTo>
                <a:lnTo>
                  <a:pt x="2269640" y="3219770"/>
                </a:lnTo>
                <a:lnTo>
                  <a:pt x="2312170" y="366730"/>
                </a:lnTo>
                <a:lnTo>
                  <a:pt x="229899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 userDrawn="1"/>
        </p:nvSpPr>
        <p:spPr>
          <a:xfrm>
            <a:off x="9832200" y="3462793"/>
            <a:ext cx="2359800" cy="3395207"/>
          </a:xfrm>
          <a:custGeom>
            <a:avLst/>
            <a:gdLst>
              <a:gd name="connsiteX0" fmla="*/ 2305504 w 2345261"/>
              <a:gd name="connsiteY0" fmla="*/ 0 h 3395207"/>
              <a:gd name="connsiteX1" fmla="*/ 254068 w 2345261"/>
              <a:gd name="connsiteY1" fmla="*/ 2178658 h 3395207"/>
              <a:gd name="connsiteX2" fmla="*/ 102993 w 2345261"/>
              <a:gd name="connsiteY2" fmla="*/ 3395207 h 3395207"/>
              <a:gd name="connsiteX3" fmla="*/ 2345261 w 2345261"/>
              <a:gd name="connsiteY3" fmla="*/ 3395207 h 3395207"/>
              <a:gd name="connsiteX4" fmla="*/ 2345261 w 2345261"/>
              <a:gd name="connsiteY4" fmla="*/ 31805 h 3395207"/>
              <a:gd name="connsiteX5" fmla="*/ 2305504 w 2345261"/>
              <a:gd name="connsiteY5" fmla="*/ 0 h 3395207"/>
              <a:gd name="connsiteX0" fmla="*/ 2321531 w 2361288"/>
              <a:gd name="connsiteY0" fmla="*/ 0 h 3395207"/>
              <a:gd name="connsiteX1" fmla="*/ 270095 w 2361288"/>
              <a:gd name="connsiteY1" fmla="*/ 2178658 h 3395207"/>
              <a:gd name="connsiteX2" fmla="*/ 119020 w 2361288"/>
              <a:gd name="connsiteY2" fmla="*/ 3395207 h 3395207"/>
              <a:gd name="connsiteX3" fmla="*/ 2361288 w 2361288"/>
              <a:gd name="connsiteY3" fmla="*/ 3395207 h 3395207"/>
              <a:gd name="connsiteX4" fmla="*/ 2361288 w 2361288"/>
              <a:gd name="connsiteY4" fmla="*/ 31805 h 3395207"/>
              <a:gd name="connsiteX5" fmla="*/ 2321531 w 2361288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9800" h="3395207">
                <a:moveTo>
                  <a:pt x="2320043" y="0"/>
                </a:moveTo>
                <a:cubicBezTo>
                  <a:pt x="1477867" y="806395"/>
                  <a:pt x="675448" y="1668449"/>
                  <a:pt x="268607" y="2178658"/>
                </a:cubicBezTo>
                <a:cubicBezTo>
                  <a:pt x="-138234" y="2688867"/>
                  <a:pt x="9527" y="3069866"/>
                  <a:pt x="117532" y="3395207"/>
                </a:cubicBezTo>
                <a:lnTo>
                  <a:pt x="2359800" y="3395207"/>
                </a:lnTo>
                <a:lnTo>
                  <a:pt x="2359800" y="31805"/>
                </a:lnTo>
                <a:lnTo>
                  <a:pt x="23200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3" name="Group 122"/>
          <p:cNvGrpSpPr/>
          <p:nvPr userDrawn="1"/>
        </p:nvGrpSpPr>
        <p:grpSpPr>
          <a:xfrm>
            <a:off x="179783" y="5622449"/>
            <a:ext cx="2067558" cy="1099026"/>
            <a:chOff x="179783" y="5622449"/>
            <a:chExt cx="2067558" cy="1099026"/>
          </a:xfrm>
        </p:grpSpPr>
        <p:grpSp>
          <p:nvGrpSpPr>
            <p:cNvPr id="17" name="Group 16"/>
            <p:cNvGrpSpPr/>
            <p:nvPr userDrawn="1"/>
          </p:nvGrpSpPr>
          <p:grpSpPr>
            <a:xfrm>
              <a:off x="179783" y="6573996"/>
              <a:ext cx="356234" cy="147479"/>
              <a:chOff x="660083" y="4937919"/>
              <a:chExt cx="356234" cy="147479"/>
            </a:xfrm>
          </p:grpSpPr>
          <p:sp>
            <p:nvSpPr>
              <p:cNvPr id="18" name="Freeform 1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1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2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2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 userDrawn="1"/>
          </p:nvGrpSpPr>
          <p:grpSpPr>
            <a:xfrm>
              <a:off x="179783" y="6336110"/>
              <a:ext cx="356234" cy="147479"/>
              <a:chOff x="660083" y="4937919"/>
              <a:chExt cx="356234" cy="147479"/>
            </a:xfrm>
          </p:grpSpPr>
          <p:sp>
            <p:nvSpPr>
              <p:cNvPr id="25" name="Freeform 2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 2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 2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2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 2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 userDrawn="1"/>
          </p:nvGrpSpPr>
          <p:grpSpPr>
            <a:xfrm>
              <a:off x="179783" y="6098223"/>
              <a:ext cx="356234" cy="147479"/>
              <a:chOff x="660083" y="4937919"/>
              <a:chExt cx="356234" cy="147479"/>
            </a:xfrm>
          </p:grpSpPr>
          <p:sp>
            <p:nvSpPr>
              <p:cNvPr id="32" name="Freeform 3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 3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3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 3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 3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 3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/>
            <p:cNvGrpSpPr/>
            <p:nvPr userDrawn="1"/>
          </p:nvGrpSpPr>
          <p:grpSpPr>
            <a:xfrm>
              <a:off x="179783" y="5860336"/>
              <a:ext cx="356234" cy="147479"/>
              <a:chOff x="660083" y="4937919"/>
              <a:chExt cx="356234" cy="147479"/>
            </a:xfrm>
          </p:grpSpPr>
          <p:sp>
            <p:nvSpPr>
              <p:cNvPr id="39" name="Freeform 3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 4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/>
            <p:cNvGrpSpPr/>
            <p:nvPr userDrawn="1"/>
          </p:nvGrpSpPr>
          <p:grpSpPr>
            <a:xfrm>
              <a:off x="179783" y="5622449"/>
              <a:ext cx="356234" cy="147479"/>
              <a:chOff x="660083" y="4937919"/>
              <a:chExt cx="356234" cy="147479"/>
            </a:xfrm>
          </p:grpSpPr>
          <p:sp>
            <p:nvSpPr>
              <p:cNvPr id="46" name="Freeform 4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 4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 4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/>
            <p:cNvGrpSpPr/>
            <p:nvPr userDrawn="1"/>
          </p:nvGrpSpPr>
          <p:grpSpPr>
            <a:xfrm>
              <a:off x="607614" y="6573996"/>
              <a:ext cx="356234" cy="147479"/>
              <a:chOff x="660083" y="4937919"/>
              <a:chExt cx="356234" cy="147479"/>
            </a:xfrm>
          </p:grpSpPr>
          <p:sp>
            <p:nvSpPr>
              <p:cNvPr id="53" name="Freeform 5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 5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/>
            <p:cNvGrpSpPr/>
            <p:nvPr userDrawn="1"/>
          </p:nvGrpSpPr>
          <p:grpSpPr>
            <a:xfrm>
              <a:off x="607614" y="6336110"/>
              <a:ext cx="356234" cy="147479"/>
              <a:chOff x="660083" y="4937919"/>
              <a:chExt cx="356234" cy="147479"/>
            </a:xfrm>
          </p:grpSpPr>
          <p:sp>
            <p:nvSpPr>
              <p:cNvPr id="60" name="Freeform 59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607614" y="6098223"/>
              <a:ext cx="356234" cy="147479"/>
              <a:chOff x="660083" y="4937919"/>
              <a:chExt cx="356234" cy="147479"/>
            </a:xfrm>
          </p:grpSpPr>
          <p:sp>
            <p:nvSpPr>
              <p:cNvPr id="67" name="Freeform 6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 6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6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7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" name="Group 72"/>
            <p:cNvGrpSpPr/>
            <p:nvPr userDrawn="1"/>
          </p:nvGrpSpPr>
          <p:grpSpPr>
            <a:xfrm>
              <a:off x="607614" y="5860336"/>
              <a:ext cx="356234" cy="147479"/>
              <a:chOff x="660083" y="4937919"/>
              <a:chExt cx="356234" cy="147479"/>
            </a:xfrm>
          </p:grpSpPr>
          <p:sp>
            <p:nvSpPr>
              <p:cNvPr id="74" name="Freeform 73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78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/>
            <p:cNvGrpSpPr/>
            <p:nvPr userDrawn="1"/>
          </p:nvGrpSpPr>
          <p:grpSpPr>
            <a:xfrm>
              <a:off x="1035445" y="6573996"/>
              <a:ext cx="356234" cy="147479"/>
              <a:chOff x="660083" y="4937919"/>
              <a:chExt cx="356234" cy="147479"/>
            </a:xfrm>
          </p:grpSpPr>
          <p:sp>
            <p:nvSpPr>
              <p:cNvPr id="81" name="Freeform 8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8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 8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 8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 8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 8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/>
            <p:cNvGrpSpPr/>
            <p:nvPr userDrawn="1"/>
          </p:nvGrpSpPr>
          <p:grpSpPr>
            <a:xfrm>
              <a:off x="1035445" y="6336110"/>
              <a:ext cx="356234" cy="147479"/>
              <a:chOff x="660083" y="4937919"/>
              <a:chExt cx="356234" cy="147479"/>
            </a:xfrm>
          </p:grpSpPr>
          <p:sp>
            <p:nvSpPr>
              <p:cNvPr id="88" name="Freeform 87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 90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 91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/>
            <p:cNvGrpSpPr/>
            <p:nvPr userDrawn="1"/>
          </p:nvGrpSpPr>
          <p:grpSpPr>
            <a:xfrm>
              <a:off x="1035445" y="6098223"/>
              <a:ext cx="356234" cy="147479"/>
              <a:chOff x="660083" y="4937919"/>
              <a:chExt cx="356234" cy="147479"/>
            </a:xfrm>
          </p:grpSpPr>
          <p:sp>
            <p:nvSpPr>
              <p:cNvPr id="95" name="Freeform 9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 9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Freeform 9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/>
            <p:cNvGrpSpPr/>
            <p:nvPr userDrawn="1"/>
          </p:nvGrpSpPr>
          <p:grpSpPr>
            <a:xfrm>
              <a:off x="1463276" y="6573996"/>
              <a:ext cx="356234" cy="147479"/>
              <a:chOff x="660083" y="4937919"/>
              <a:chExt cx="356234" cy="147479"/>
            </a:xfrm>
          </p:grpSpPr>
          <p:sp>
            <p:nvSpPr>
              <p:cNvPr id="102" name="Freeform 101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Freeform 102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Freeform 103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reeform 104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 105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 106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/>
            <p:cNvGrpSpPr/>
            <p:nvPr userDrawn="1"/>
          </p:nvGrpSpPr>
          <p:grpSpPr>
            <a:xfrm>
              <a:off x="1463276" y="6336110"/>
              <a:ext cx="356234" cy="147479"/>
              <a:chOff x="660083" y="4937919"/>
              <a:chExt cx="356234" cy="147479"/>
            </a:xfrm>
          </p:grpSpPr>
          <p:sp>
            <p:nvSpPr>
              <p:cNvPr id="109" name="Freeform 10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Freeform 10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 11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 userDrawn="1"/>
          </p:nvGrpSpPr>
          <p:grpSpPr>
            <a:xfrm>
              <a:off x="1891107" y="6573996"/>
              <a:ext cx="356234" cy="147479"/>
              <a:chOff x="660083" y="4937919"/>
              <a:chExt cx="356234" cy="147479"/>
            </a:xfrm>
          </p:grpSpPr>
          <p:sp>
            <p:nvSpPr>
              <p:cNvPr id="116" name="Freeform 115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 116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Freeform 117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Freeform 118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Freeform 119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Freeform 120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5880" y="6356350"/>
            <a:ext cx="706120" cy="365125"/>
          </a:xfrm>
          <a:prstGeom prst="rect">
            <a:avLst/>
          </a:prstGeom>
        </p:spPr>
        <p:txBody>
          <a:bodyPr/>
          <a:lstStyle/>
          <a:p>
            <a:fld id="{E296E2B7-3C9A-4EA7-98A1-F88844A56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5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4" r:id="rId4"/>
    <p:sldLayoutId id="2147483650" r:id="rId5"/>
    <p:sldLayoutId id="2147483651" r:id="rId6"/>
    <p:sldLayoutId id="2147483652" r:id="rId7"/>
    <p:sldLayoutId id="2147483654" r:id="rId8"/>
    <p:sldLayoutId id="2147483655" r:id="rId9"/>
    <p:sldLayoutId id="2147483663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9120" y="5439305"/>
            <a:ext cx="12182880" cy="1409275"/>
            <a:chOff x="9120" y="1065143"/>
            <a:chExt cx="12182880" cy="1409275"/>
          </a:xfrm>
        </p:grpSpPr>
        <p:sp>
          <p:nvSpPr>
            <p:cNvPr id="120" name="Rectangle 2"/>
            <p:cNvSpPr/>
            <p:nvPr userDrawn="1"/>
          </p:nvSpPr>
          <p:spPr>
            <a:xfrm>
              <a:off x="9120" y="1065143"/>
              <a:ext cx="12182880" cy="1351132"/>
            </a:xfrm>
            <a:custGeom>
              <a:avLst/>
              <a:gdLst>
                <a:gd name="connsiteX0" fmla="*/ 0 w 12182880"/>
                <a:gd name="connsiteY0" fmla="*/ 0 h 901620"/>
                <a:gd name="connsiteX1" fmla="*/ 12182880 w 12182880"/>
                <a:gd name="connsiteY1" fmla="*/ 0 h 901620"/>
                <a:gd name="connsiteX2" fmla="*/ 12182880 w 12182880"/>
                <a:gd name="connsiteY2" fmla="*/ 901620 h 901620"/>
                <a:gd name="connsiteX3" fmla="*/ 0 w 12182880"/>
                <a:gd name="connsiteY3" fmla="*/ 901620 h 901620"/>
                <a:gd name="connsiteX4" fmla="*/ 0 w 12182880"/>
                <a:gd name="connsiteY4" fmla="*/ 0 h 901620"/>
                <a:gd name="connsiteX0" fmla="*/ 0 w 12182880"/>
                <a:gd name="connsiteY0" fmla="*/ 342900 h 901620"/>
                <a:gd name="connsiteX1" fmla="*/ 12182880 w 12182880"/>
                <a:gd name="connsiteY1" fmla="*/ 0 h 901620"/>
                <a:gd name="connsiteX2" fmla="*/ 12182880 w 12182880"/>
                <a:gd name="connsiteY2" fmla="*/ 901620 h 901620"/>
                <a:gd name="connsiteX3" fmla="*/ 0 w 12182880"/>
                <a:gd name="connsiteY3" fmla="*/ 901620 h 901620"/>
                <a:gd name="connsiteX4" fmla="*/ 0 w 12182880"/>
                <a:gd name="connsiteY4" fmla="*/ 342900 h 901620"/>
                <a:gd name="connsiteX0" fmla="*/ 0 w 12182880"/>
                <a:gd name="connsiteY0" fmla="*/ 342900 h 901620"/>
                <a:gd name="connsiteX1" fmla="*/ 5353455 w 12182880"/>
                <a:gd name="connsiteY1" fmla="*/ 187244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74731 h 933451"/>
                <a:gd name="connsiteX1" fmla="*/ 5353455 w 12182880"/>
                <a:gd name="connsiteY1" fmla="*/ 219075 h 933451"/>
                <a:gd name="connsiteX2" fmla="*/ 12182880 w 12182880"/>
                <a:gd name="connsiteY2" fmla="*/ 31831 h 933451"/>
                <a:gd name="connsiteX3" fmla="*/ 12182880 w 12182880"/>
                <a:gd name="connsiteY3" fmla="*/ 933451 h 933451"/>
                <a:gd name="connsiteX4" fmla="*/ 0 w 12182880"/>
                <a:gd name="connsiteY4" fmla="*/ 933451 h 933451"/>
                <a:gd name="connsiteX5" fmla="*/ 0 w 12182880"/>
                <a:gd name="connsiteY5" fmla="*/ 374731 h 933451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4477 h 913197"/>
                <a:gd name="connsiteX1" fmla="*/ 5410605 w 12182880"/>
                <a:gd name="connsiteY1" fmla="*/ 684596 h 913197"/>
                <a:gd name="connsiteX2" fmla="*/ 12182880 w 12182880"/>
                <a:gd name="connsiteY2" fmla="*/ 11577 h 913197"/>
                <a:gd name="connsiteX3" fmla="*/ 12182880 w 12182880"/>
                <a:gd name="connsiteY3" fmla="*/ 913197 h 913197"/>
                <a:gd name="connsiteX4" fmla="*/ 0 w 12182880"/>
                <a:gd name="connsiteY4" fmla="*/ 913197 h 913197"/>
                <a:gd name="connsiteX5" fmla="*/ 0 w 12182880"/>
                <a:gd name="connsiteY5" fmla="*/ 354477 h 913197"/>
                <a:gd name="connsiteX0" fmla="*/ 0 w 12182880"/>
                <a:gd name="connsiteY0" fmla="*/ 342900 h 901620"/>
                <a:gd name="connsiteX1" fmla="*/ 5410605 w 12182880"/>
                <a:gd name="connsiteY1" fmla="*/ 673019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82880" h="901620">
                  <a:moveTo>
                    <a:pt x="0" y="342900"/>
                  </a:moveTo>
                  <a:cubicBezTo>
                    <a:pt x="882718" y="452437"/>
                    <a:pt x="3389650" y="718640"/>
                    <a:pt x="5410605" y="696077"/>
                  </a:cubicBezTo>
                  <a:cubicBezTo>
                    <a:pt x="7431560" y="709115"/>
                    <a:pt x="10997018" y="287343"/>
                    <a:pt x="12182880" y="0"/>
                  </a:cubicBezTo>
                  <a:lnTo>
                    <a:pt x="12182880" y="901620"/>
                  </a:lnTo>
                  <a:lnTo>
                    <a:pt x="0" y="90162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2"/>
            <p:cNvSpPr/>
            <p:nvPr userDrawn="1"/>
          </p:nvSpPr>
          <p:spPr>
            <a:xfrm>
              <a:off x="9120" y="1572798"/>
              <a:ext cx="12182880" cy="901620"/>
            </a:xfrm>
            <a:custGeom>
              <a:avLst/>
              <a:gdLst>
                <a:gd name="connsiteX0" fmla="*/ 0 w 12182880"/>
                <a:gd name="connsiteY0" fmla="*/ 0 h 901620"/>
                <a:gd name="connsiteX1" fmla="*/ 12182880 w 12182880"/>
                <a:gd name="connsiteY1" fmla="*/ 0 h 901620"/>
                <a:gd name="connsiteX2" fmla="*/ 12182880 w 12182880"/>
                <a:gd name="connsiteY2" fmla="*/ 901620 h 901620"/>
                <a:gd name="connsiteX3" fmla="*/ 0 w 12182880"/>
                <a:gd name="connsiteY3" fmla="*/ 901620 h 901620"/>
                <a:gd name="connsiteX4" fmla="*/ 0 w 12182880"/>
                <a:gd name="connsiteY4" fmla="*/ 0 h 901620"/>
                <a:gd name="connsiteX0" fmla="*/ 0 w 12182880"/>
                <a:gd name="connsiteY0" fmla="*/ 342900 h 901620"/>
                <a:gd name="connsiteX1" fmla="*/ 12182880 w 12182880"/>
                <a:gd name="connsiteY1" fmla="*/ 0 h 901620"/>
                <a:gd name="connsiteX2" fmla="*/ 12182880 w 12182880"/>
                <a:gd name="connsiteY2" fmla="*/ 901620 h 901620"/>
                <a:gd name="connsiteX3" fmla="*/ 0 w 12182880"/>
                <a:gd name="connsiteY3" fmla="*/ 901620 h 901620"/>
                <a:gd name="connsiteX4" fmla="*/ 0 w 12182880"/>
                <a:gd name="connsiteY4" fmla="*/ 342900 h 901620"/>
                <a:gd name="connsiteX0" fmla="*/ 0 w 12182880"/>
                <a:gd name="connsiteY0" fmla="*/ 342900 h 901620"/>
                <a:gd name="connsiteX1" fmla="*/ 5353455 w 12182880"/>
                <a:gd name="connsiteY1" fmla="*/ 187244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74731 h 933451"/>
                <a:gd name="connsiteX1" fmla="*/ 5353455 w 12182880"/>
                <a:gd name="connsiteY1" fmla="*/ 219075 h 933451"/>
                <a:gd name="connsiteX2" fmla="*/ 12182880 w 12182880"/>
                <a:gd name="connsiteY2" fmla="*/ 31831 h 933451"/>
                <a:gd name="connsiteX3" fmla="*/ 12182880 w 12182880"/>
                <a:gd name="connsiteY3" fmla="*/ 933451 h 933451"/>
                <a:gd name="connsiteX4" fmla="*/ 0 w 12182880"/>
                <a:gd name="connsiteY4" fmla="*/ 933451 h 933451"/>
                <a:gd name="connsiteX5" fmla="*/ 0 w 12182880"/>
                <a:gd name="connsiteY5" fmla="*/ 374731 h 933451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4477 h 913197"/>
                <a:gd name="connsiteX1" fmla="*/ 5410605 w 12182880"/>
                <a:gd name="connsiteY1" fmla="*/ 684596 h 913197"/>
                <a:gd name="connsiteX2" fmla="*/ 12182880 w 12182880"/>
                <a:gd name="connsiteY2" fmla="*/ 11577 h 913197"/>
                <a:gd name="connsiteX3" fmla="*/ 12182880 w 12182880"/>
                <a:gd name="connsiteY3" fmla="*/ 913197 h 913197"/>
                <a:gd name="connsiteX4" fmla="*/ 0 w 12182880"/>
                <a:gd name="connsiteY4" fmla="*/ 913197 h 913197"/>
                <a:gd name="connsiteX5" fmla="*/ 0 w 12182880"/>
                <a:gd name="connsiteY5" fmla="*/ 354477 h 913197"/>
                <a:gd name="connsiteX0" fmla="*/ 0 w 12182880"/>
                <a:gd name="connsiteY0" fmla="*/ 342900 h 901620"/>
                <a:gd name="connsiteX1" fmla="*/ 5410605 w 12182880"/>
                <a:gd name="connsiteY1" fmla="*/ 673019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82880" h="901620">
                  <a:moveTo>
                    <a:pt x="0" y="342900"/>
                  </a:moveTo>
                  <a:cubicBezTo>
                    <a:pt x="882718" y="452437"/>
                    <a:pt x="3380125" y="730169"/>
                    <a:pt x="5410605" y="673019"/>
                  </a:cubicBezTo>
                  <a:cubicBezTo>
                    <a:pt x="7431560" y="720644"/>
                    <a:pt x="11101793" y="280987"/>
                    <a:pt x="12182880" y="0"/>
                  </a:cubicBezTo>
                  <a:lnTo>
                    <a:pt x="12182880" y="901620"/>
                  </a:lnTo>
                  <a:lnTo>
                    <a:pt x="0" y="90162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2"/>
            <p:cNvSpPr/>
            <p:nvPr userDrawn="1"/>
          </p:nvSpPr>
          <p:spPr>
            <a:xfrm>
              <a:off x="9120" y="1212847"/>
              <a:ext cx="12182880" cy="1005337"/>
            </a:xfrm>
            <a:custGeom>
              <a:avLst/>
              <a:gdLst>
                <a:gd name="connsiteX0" fmla="*/ 0 w 12182880"/>
                <a:gd name="connsiteY0" fmla="*/ 0 h 901620"/>
                <a:gd name="connsiteX1" fmla="*/ 12182880 w 12182880"/>
                <a:gd name="connsiteY1" fmla="*/ 0 h 901620"/>
                <a:gd name="connsiteX2" fmla="*/ 12182880 w 12182880"/>
                <a:gd name="connsiteY2" fmla="*/ 901620 h 901620"/>
                <a:gd name="connsiteX3" fmla="*/ 0 w 12182880"/>
                <a:gd name="connsiteY3" fmla="*/ 901620 h 901620"/>
                <a:gd name="connsiteX4" fmla="*/ 0 w 12182880"/>
                <a:gd name="connsiteY4" fmla="*/ 0 h 901620"/>
                <a:gd name="connsiteX0" fmla="*/ 0 w 12182880"/>
                <a:gd name="connsiteY0" fmla="*/ 342900 h 901620"/>
                <a:gd name="connsiteX1" fmla="*/ 12182880 w 12182880"/>
                <a:gd name="connsiteY1" fmla="*/ 0 h 901620"/>
                <a:gd name="connsiteX2" fmla="*/ 12182880 w 12182880"/>
                <a:gd name="connsiteY2" fmla="*/ 901620 h 901620"/>
                <a:gd name="connsiteX3" fmla="*/ 0 w 12182880"/>
                <a:gd name="connsiteY3" fmla="*/ 901620 h 901620"/>
                <a:gd name="connsiteX4" fmla="*/ 0 w 12182880"/>
                <a:gd name="connsiteY4" fmla="*/ 342900 h 901620"/>
                <a:gd name="connsiteX0" fmla="*/ 0 w 12182880"/>
                <a:gd name="connsiteY0" fmla="*/ 342900 h 901620"/>
                <a:gd name="connsiteX1" fmla="*/ 5353455 w 12182880"/>
                <a:gd name="connsiteY1" fmla="*/ 187244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74731 h 933451"/>
                <a:gd name="connsiteX1" fmla="*/ 5353455 w 12182880"/>
                <a:gd name="connsiteY1" fmla="*/ 219075 h 933451"/>
                <a:gd name="connsiteX2" fmla="*/ 12182880 w 12182880"/>
                <a:gd name="connsiteY2" fmla="*/ 31831 h 933451"/>
                <a:gd name="connsiteX3" fmla="*/ 12182880 w 12182880"/>
                <a:gd name="connsiteY3" fmla="*/ 933451 h 933451"/>
                <a:gd name="connsiteX4" fmla="*/ 0 w 12182880"/>
                <a:gd name="connsiteY4" fmla="*/ 933451 h 933451"/>
                <a:gd name="connsiteX5" fmla="*/ 0 w 12182880"/>
                <a:gd name="connsiteY5" fmla="*/ 374731 h 933451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5925 h 914645"/>
                <a:gd name="connsiteX1" fmla="*/ 5410605 w 12182880"/>
                <a:gd name="connsiteY1" fmla="*/ 686044 h 914645"/>
                <a:gd name="connsiteX2" fmla="*/ 12182880 w 12182880"/>
                <a:gd name="connsiteY2" fmla="*/ 13025 h 914645"/>
                <a:gd name="connsiteX3" fmla="*/ 12182880 w 12182880"/>
                <a:gd name="connsiteY3" fmla="*/ 914645 h 914645"/>
                <a:gd name="connsiteX4" fmla="*/ 0 w 12182880"/>
                <a:gd name="connsiteY4" fmla="*/ 914645 h 914645"/>
                <a:gd name="connsiteX5" fmla="*/ 0 w 12182880"/>
                <a:gd name="connsiteY5" fmla="*/ 355925 h 914645"/>
                <a:gd name="connsiteX0" fmla="*/ 0 w 12182880"/>
                <a:gd name="connsiteY0" fmla="*/ 354477 h 913197"/>
                <a:gd name="connsiteX1" fmla="*/ 5410605 w 12182880"/>
                <a:gd name="connsiteY1" fmla="*/ 684596 h 913197"/>
                <a:gd name="connsiteX2" fmla="*/ 12182880 w 12182880"/>
                <a:gd name="connsiteY2" fmla="*/ 11577 h 913197"/>
                <a:gd name="connsiteX3" fmla="*/ 12182880 w 12182880"/>
                <a:gd name="connsiteY3" fmla="*/ 913197 h 913197"/>
                <a:gd name="connsiteX4" fmla="*/ 0 w 12182880"/>
                <a:gd name="connsiteY4" fmla="*/ 913197 h 913197"/>
                <a:gd name="connsiteX5" fmla="*/ 0 w 12182880"/>
                <a:gd name="connsiteY5" fmla="*/ 354477 h 913197"/>
                <a:gd name="connsiteX0" fmla="*/ 0 w 12182880"/>
                <a:gd name="connsiteY0" fmla="*/ 342900 h 901620"/>
                <a:gd name="connsiteX1" fmla="*/ 5410605 w 12182880"/>
                <a:gd name="connsiteY1" fmla="*/ 673019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901620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501186 h 901620"/>
                <a:gd name="connsiteX5" fmla="*/ 0 w 12182880"/>
                <a:gd name="connsiteY5" fmla="*/ 342900 h 901620"/>
                <a:gd name="connsiteX0" fmla="*/ 0 w 12182880"/>
                <a:gd name="connsiteY0" fmla="*/ 342900 h 901620"/>
                <a:gd name="connsiteX1" fmla="*/ 5410605 w 12182880"/>
                <a:gd name="connsiteY1" fmla="*/ 696077 h 901620"/>
                <a:gd name="connsiteX2" fmla="*/ 12182880 w 12182880"/>
                <a:gd name="connsiteY2" fmla="*/ 0 h 901620"/>
                <a:gd name="connsiteX3" fmla="*/ 12182880 w 12182880"/>
                <a:gd name="connsiteY3" fmla="*/ 901620 h 901620"/>
                <a:gd name="connsiteX4" fmla="*/ 0 w 12182880"/>
                <a:gd name="connsiteY4" fmla="*/ 456694 h 901620"/>
                <a:gd name="connsiteX5" fmla="*/ 0 w 12182880"/>
                <a:gd name="connsiteY5" fmla="*/ 342900 h 901620"/>
                <a:gd name="connsiteX0" fmla="*/ 0 w 12182880"/>
                <a:gd name="connsiteY0" fmla="*/ 342900 h 697427"/>
                <a:gd name="connsiteX1" fmla="*/ 5410605 w 12182880"/>
                <a:gd name="connsiteY1" fmla="*/ 696077 h 697427"/>
                <a:gd name="connsiteX2" fmla="*/ 12182880 w 12182880"/>
                <a:gd name="connsiteY2" fmla="*/ 0 h 697427"/>
                <a:gd name="connsiteX3" fmla="*/ 12135255 w 12182880"/>
                <a:gd name="connsiteY3" fmla="*/ 189737 h 697427"/>
                <a:gd name="connsiteX4" fmla="*/ 0 w 12182880"/>
                <a:gd name="connsiteY4" fmla="*/ 456694 h 697427"/>
                <a:gd name="connsiteX5" fmla="*/ 0 w 12182880"/>
                <a:gd name="connsiteY5" fmla="*/ 342900 h 697427"/>
                <a:gd name="connsiteX0" fmla="*/ 0 w 12182880"/>
                <a:gd name="connsiteY0" fmla="*/ 342900 h 697427"/>
                <a:gd name="connsiteX1" fmla="*/ 5410605 w 12182880"/>
                <a:gd name="connsiteY1" fmla="*/ 696077 h 697427"/>
                <a:gd name="connsiteX2" fmla="*/ 12182880 w 12182880"/>
                <a:gd name="connsiteY2" fmla="*/ 0 h 697427"/>
                <a:gd name="connsiteX3" fmla="*/ 12182880 w 12182880"/>
                <a:gd name="connsiteY3" fmla="*/ 189737 h 697427"/>
                <a:gd name="connsiteX4" fmla="*/ 0 w 12182880"/>
                <a:gd name="connsiteY4" fmla="*/ 456694 h 697427"/>
                <a:gd name="connsiteX5" fmla="*/ 0 w 12182880"/>
                <a:gd name="connsiteY5" fmla="*/ 342900 h 697427"/>
                <a:gd name="connsiteX0" fmla="*/ 0 w 12182880"/>
                <a:gd name="connsiteY0" fmla="*/ 342900 h 697427"/>
                <a:gd name="connsiteX1" fmla="*/ 5410605 w 12182880"/>
                <a:gd name="connsiteY1" fmla="*/ 696077 h 697427"/>
                <a:gd name="connsiteX2" fmla="*/ 12182880 w 12182880"/>
                <a:gd name="connsiteY2" fmla="*/ 0 h 697427"/>
                <a:gd name="connsiteX3" fmla="*/ 12182880 w 12182880"/>
                <a:gd name="connsiteY3" fmla="*/ 189737 h 697427"/>
                <a:gd name="connsiteX4" fmla="*/ 6029730 w 12182880"/>
                <a:gd name="connsiteY4" fmla="*/ 319497 h 697427"/>
                <a:gd name="connsiteX5" fmla="*/ 0 w 12182880"/>
                <a:gd name="connsiteY5" fmla="*/ 456694 h 697427"/>
                <a:gd name="connsiteX6" fmla="*/ 0 w 12182880"/>
                <a:gd name="connsiteY6" fmla="*/ 342900 h 697427"/>
                <a:gd name="connsiteX0" fmla="*/ 0 w 12182880"/>
                <a:gd name="connsiteY0" fmla="*/ 342900 h 697427"/>
                <a:gd name="connsiteX1" fmla="*/ 5410605 w 12182880"/>
                <a:gd name="connsiteY1" fmla="*/ 696077 h 697427"/>
                <a:gd name="connsiteX2" fmla="*/ 12182880 w 12182880"/>
                <a:gd name="connsiteY2" fmla="*/ 0 h 697427"/>
                <a:gd name="connsiteX3" fmla="*/ 12182880 w 12182880"/>
                <a:gd name="connsiteY3" fmla="*/ 189737 h 697427"/>
                <a:gd name="connsiteX4" fmla="*/ 6029730 w 12182880"/>
                <a:gd name="connsiteY4" fmla="*/ 319497 h 697427"/>
                <a:gd name="connsiteX5" fmla="*/ 0 w 12182880"/>
                <a:gd name="connsiteY5" fmla="*/ 456694 h 697427"/>
                <a:gd name="connsiteX6" fmla="*/ 0 w 12182880"/>
                <a:gd name="connsiteY6" fmla="*/ 342900 h 697427"/>
                <a:gd name="connsiteX0" fmla="*/ 0 w 12182880"/>
                <a:gd name="connsiteY0" fmla="*/ 342900 h 764424"/>
                <a:gd name="connsiteX1" fmla="*/ 5410605 w 12182880"/>
                <a:gd name="connsiteY1" fmla="*/ 696077 h 764424"/>
                <a:gd name="connsiteX2" fmla="*/ 12182880 w 12182880"/>
                <a:gd name="connsiteY2" fmla="*/ 0 h 764424"/>
                <a:gd name="connsiteX3" fmla="*/ 12182880 w 12182880"/>
                <a:gd name="connsiteY3" fmla="*/ 189737 h 764424"/>
                <a:gd name="connsiteX4" fmla="*/ 5486805 w 12182880"/>
                <a:gd name="connsiteY4" fmla="*/ 764424 h 764424"/>
                <a:gd name="connsiteX5" fmla="*/ 0 w 12182880"/>
                <a:gd name="connsiteY5" fmla="*/ 456694 h 764424"/>
                <a:gd name="connsiteX6" fmla="*/ 0 w 12182880"/>
                <a:gd name="connsiteY6" fmla="*/ 342900 h 764424"/>
                <a:gd name="connsiteX0" fmla="*/ 0 w 12182880"/>
                <a:gd name="connsiteY0" fmla="*/ 342900 h 769367"/>
                <a:gd name="connsiteX1" fmla="*/ 5410605 w 12182880"/>
                <a:gd name="connsiteY1" fmla="*/ 696077 h 769367"/>
                <a:gd name="connsiteX2" fmla="*/ 12182880 w 12182880"/>
                <a:gd name="connsiteY2" fmla="*/ 0 h 769367"/>
                <a:gd name="connsiteX3" fmla="*/ 12182880 w 12182880"/>
                <a:gd name="connsiteY3" fmla="*/ 189737 h 769367"/>
                <a:gd name="connsiteX4" fmla="*/ 5486805 w 12182880"/>
                <a:gd name="connsiteY4" fmla="*/ 764424 h 769367"/>
                <a:gd name="connsiteX5" fmla="*/ 0 w 12182880"/>
                <a:gd name="connsiteY5" fmla="*/ 456694 h 769367"/>
                <a:gd name="connsiteX6" fmla="*/ 0 w 12182880"/>
                <a:gd name="connsiteY6" fmla="*/ 342900 h 769367"/>
                <a:gd name="connsiteX0" fmla="*/ 0 w 12182880"/>
                <a:gd name="connsiteY0" fmla="*/ 342900 h 737849"/>
                <a:gd name="connsiteX1" fmla="*/ 5410605 w 12182880"/>
                <a:gd name="connsiteY1" fmla="*/ 696077 h 737849"/>
                <a:gd name="connsiteX2" fmla="*/ 12182880 w 12182880"/>
                <a:gd name="connsiteY2" fmla="*/ 0 h 737849"/>
                <a:gd name="connsiteX3" fmla="*/ 12182880 w 12182880"/>
                <a:gd name="connsiteY3" fmla="*/ 189737 h 737849"/>
                <a:gd name="connsiteX4" fmla="*/ 5391555 w 12182880"/>
                <a:gd name="connsiteY4" fmla="*/ 732644 h 737849"/>
                <a:gd name="connsiteX5" fmla="*/ 0 w 12182880"/>
                <a:gd name="connsiteY5" fmla="*/ 456694 h 737849"/>
                <a:gd name="connsiteX6" fmla="*/ 0 w 12182880"/>
                <a:gd name="connsiteY6" fmla="*/ 342900 h 737849"/>
                <a:gd name="connsiteX0" fmla="*/ 0 w 12182880"/>
                <a:gd name="connsiteY0" fmla="*/ 342900 h 732914"/>
                <a:gd name="connsiteX1" fmla="*/ 5410605 w 12182880"/>
                <a:gd name="connsiteY1" fmla="*/ 696077 h 732914"/>
                <a:gd name="connsiteX2" fmla="*/ 12182880 w 12182880"/>
                <a:gd name="connsiteY2" fmla="*/ 0 h 732914"/>
                <a:gd name="connsiteX3" fmla="*/ 12182880 w 12182880"/>
                <a:gd name="connsiteY3" fmla="*/ 189737 h 732914"/>
                <a:gd name="connsiteX4" fmla="*/ 5391555 w 12182880"/>
                <a:gd name="connsiteY4" fmla="*/ 732644 h 732914"/>
                <a:gd name="connsiteX5" fmla="*/ 0 w 12182880"/>
                <a:gd name="connsiteY5" fmla="*/ 456694 h 732914"/>
                <a:gd name="connsiteX6" fmla="*/ 0 w 12182880"/>
                <a:gd name="connsiteY6" fmla="*/ 342900 h 732914"/>
                <a:gd name="connsiteX0" fmla="*/ 0 w 12182880"/>
                <a:gd name="connsiteY0" fmla="*/ 342900 h 732914"/>
                <a:gd name="connsiteX1" fmla="*/ 5410605 w 12182880"/>
                <a:gd name="connsiteY1" fmla="*/ 696077 h 732914"/>
                <a:gd name="connsiteX2" fmla="*/ 12182880 w 12182880"/>
                <a:gd name="connsiteY2" fmla="*/ 0 h 732914"/>
                <a:gd name="connsiteX3" fmla="*/ 12182880 w 12182880"/>
                <a:gd name="connsiteY3" fmla="*/ 189737 h 732914"/>
                <a:gd name="connsiteX4" fmla="*/ 5439180 w 12182880"/>
                <a:gd name="connsiteY4" fmla="*/ 732644 h 732914"/>
                <a:gd name="connsiteX5" fmla="*/ 0 w 12182880"/>
                <a:gd name="connsiteY5" fmla="*/ 456694 h 732914"/>
                <a:gd name="connsiteX6" fmla="*/ 0 w 12182880"/>
                <a:gd name="connsiteY6" fmla="*/ 342900 h 732914"/>
                <a:gd name="connsiteX0" fmla="*/ 0 w 12182880"/>
                <a:gd name="connsiteY0" fmla="*/ 342900 h 733344"/>
                <a:gd name="connsiteX1" fmla="*/ 5410605 w 12182880"/>
                <a:gd name="connsiteY1" fmla="*/ 696077 h 733344"/>
                <a:gd name="connsiteX2" fmla="*/ 12182880 w 12182880"/>
                <a:gd name="connsiteY2" fmla="*/ 0 h 733344"/>
                <a:gd name="connsiteX3" fmla="*/ 12182880 w 12182880"/>
                <a:gd name="connsiteY3" fmla="*/ 189737 h 733344"/>
                <a:gd name="connsiteX4" fmla="*/ 8715780 w 12182880"/>
                <a:gd name="connsiteY4" fmla="*/ 524719 h 733344"/>
                <a:gd name="connsiteX5" fmla="*/ 5439180 w 12182880"/>
                <a:gd name="connsiteY5" fmla="*/ 732644 h 733344"/>
                <a:gd name="connsiteX6" fmla="*/ 0 w 12182880"/>
                <a:gd name="connsiteY6" fmla="*/ 456694 h 733344"/>
                <a:gd name="connsiteX7" fmla="*/ 0 w 12182880"/>
                <a:gd name="connsiteY7" fmla="*/ 342900 h 733344"/>
                <a:gd name="connsiteX0" fmla="*/ 0 w 12182880"/>
                <a:gd name="connsiteY0" fmla="*/ 342900 h 733344"/>
                <a:gd name="connsiteX1" fmla="*/ 5410605 w 12182880"/>
                <a:gd name="connsiteY1" fmla="*/ 696077 h 733344"/>
                <a:gd name="connsiteX2" fmla="*/ 12182880 w 12182880"/>
                <a:gd name="connsiteY2" fmla="*/ 0 h 733344"/>
                <a:gd name="connsiteX3" fmla="*/ 12182880 w 12182880"/>
                <a:gd name="connsiteY3" fmla="*/ 189737 h 733344"/>
                <a:gd name="connsiteX4" fmla="*/ 8715780 w 12182880"/>
                <a:gd name="connsiteY4" fmla="*/ 524719 h 733344"/>
                <a:gd name="connsiteX5" fmla="*/ 5439180 w 12182880"/>
                <a:gd name="connsiteY5" fmla="*/ 732644 h 733344"/>
                <a:gd name="connsiteX6" fmla="*/ 0 w 12182880"/>
                <a:gd name="connsiteY6" fmla="*/ 456694 h 733344"/>
                <a:gd name="connsiteX7" fmla="*/ 0 w 12182880"/>
                <a:gd name="connsiteY7" fmla="*/ 342900 h 733344"/>
                <a:gd name="connsiteX0" fmla="*/ 0 w 12182880"/>
                <a:gd name="connsiteY0" fmla="*/ 342900 h 734750"/>
                <a:gd name="connsiteX1" fmla="*/ 5410605 w 12182880"/>
                <a:gd name="connsiteY1" fmla="*/ 696077 h 734750"/>
                <a:gd name="connsiteX2" fmla="*/ 12182880 w 12182880"/>
                <a:gd name="connsiteY2" fmla="*/ 0 h 734750"/>
                <a:gd name="connsiteX3" fmla="*/ 12182880 w 12182880"/>
                <a:gd name="connsiteY3" fmla="*/ 189737 h 734750"/>
                <a:gd name="connsiteX4" fmla="*/ 8715780 w 12182880"/>
                <a:gd name="connsiteY4" fmla="*/ 562856 h 734750"/>
                <a:gd name="connsiteX5" fmla="*/ 5439180 w 12182880"/>
                <a:gd name="connsiteY5" fmla="*/ 732644 h 734750"/>
                <a:gd name="connsiteX6" fmla="*/ 0 w 12182880"/>
                <a:gd name="connsiteY6" fmla="*/ 456694 h 734750"/>
                <a:gd name="connsiteX7" fmla="*/ 0 w 12182880"/>
                <a:gd name="connsiteY7" fmla="*/ 342900 h 734750"/>
                <a:gd name="connsiteX0" fmla="*/ 0 w 12182880"/>
                <a:gd name="connsiteY0" fmla="*/ 342900 h 735105"/>
                <a:gd name="connsiteX1" fmla="*/ 5410605 w 12182880"/>
                <a:gd name="connsiteY1" fmla="*/ 696077 h 735105"/>
                <a:gd name="connsiteX2" fmla="*/ 12182880 w 12182880"/>
                <a:gd name="connsiteY2" fmla="*/ 0 h 735105"/>
                <a:gd name="connsiteX3" fmla="*/ 12182880 w 12182880"/>
                <a:gd name="connsiteY3" fmla="*/ 189737 h 735105"/>
                <a:gd name="connsiteX4" fmla="*/ 8715780 w 12182880"/>
                <a:gd name="connsiteY4" fmla="*/ 569212 h 735105"/>
                <a:gd name="connsiteX5" fmla="*/ 5439180 w 12182880"/>
                <a:gd name="connsiteY5" fmla="*/ 732644 h 735105"/>
                <a:gd name="connsiteX6" fmla="*/ 0 w 12182880"/>
                <a:gd name="connsiteY6" fmla="*/ 456694 h 735105"/>
                <a:gd name="connsiteX7" fmla="*/ 0 w 12182880"/>
                <a:gd name="connsiteY7" fmla="*/ 342900 h 735105"/>
                <a:gd name="connsiteX0" fmla="*/ 0 w 12182880"/>
                <a:gd name="connsiteY0" fmla="*/ 342900 h 732824"/>
                <a:gd name="connsiteX1" fmla="*/ 5410605 w 12182880"/>
                <a:gd name="connsiteY1" fmla="*/ 696077 h 732824"/>
                <a:gd name="connsiteX2" fmla="*/ 12182880 w 12182880"/>
                <a:gd name="connsiteY2" fmla="*/ 0 h 732824"/>
                <a:gd name="connsiteX3" fmla="*/ 12182880 w 12182880"/>
                <a:gd name="connsiteY3" fmla="*/ 189737 h 732824"/>
                <a:gd name="connsiteX4" fmla="*/ 8715780 w 12182880"/>
                <a:gd name="connsiteY4" fmla="*/ 569212 h 732824"/>
                <a:gd name="connsiteX5" fmla="*/ 5439180 w 12182880"/>
                <a:gd name="connsiteY5" fmla="*/ 732644 h 732824"/>
                <a:gd name="connsiteX6" fmla="*/ 0 w 12182880"/>
                <a:gd name="connsiteY6" fmla="*/ 456694 h 732824"/>
                <a:gd name="connsiteX7" fmla="*/ 0 w 12182880"/>
                <a:gd name="connsiteY7" fmla="*/ 342900 h 732824"/>
                <a:gd name="connsiteX0" fmla="*/ 0 w 12182880"/>
                <a:gd name="connsiteY0" fmla="*/ 342900 h 732824"/>
                <a:gd name="connsiteX1" fmla="*/ 5410605 w 12182880"/>
                <a:gd name="connsiteY1" fmla="*/ 696077 h 732824"/>
                <a:gd name="connsiteX2" fmla="*/ 12182880 w 12182880"/>
                <a:gd name="connsiteY2" fmla="*/ 0 h 732824"/>
                <a:gd name="connsiteX3" fmla="*/ 12182880 w 12182880"/>
                <a:gd name="connsiteY3" fmla="*/ 189737 h 732824"/>
                <a:gd name="connsiteX4" fmla="*/ 8715780 w 12182880"/>
                <a:gd name="connsiteY4" fmla="*/ 569212 h 732824"/>
                <a:gd name="connsiteX5" fmla="*/ 5439180 w 12182880"/>
                <a:gd name="connsiteY5" fmla="*/ 732644 h 732824"/>
                <a:gd name="connsiteX6" fmla="*/ 0 w 12182880"/>
                <a:gd name="connsiteY6" fmla="*/ 456694 h 732824"/>
                <a:gd name="connsiteX7" fmla="*/ 0 w 12182880"/>
                <a:gd name="connsiteY7" fmla="*/ 342900 h 732824"/>
                <a:gd name="connsiteX0" fmla="*/ 0 w 12182880"/>
                <a:gd name="connsiteY0" fmla="*/ 342900 h 734918"/>
                <a:gd name="connsiteX1" fmla="*/ 5410605 w 12182880"/>
                <a:gd name="connsiteY1" fmla="*/ 696077 h 734918"/>
                <a:gd name="connsiteX2" fmla="*/ 12182880 w 12182880"/>
                <a:gd name="connsiteY2" fmla="*/ 0 h 734918"/>
                <a:gd name="connsiteX3" fmla="*/ 12182880 w 12182880"/>
                <a:gd name="connsiteY3" fmla="*/ 189737 h 734918"/>
                <a:gd name="connsiteX4" fmla="*/ 8715780 w 12182880"/>
                <a:gd name="connsiteY4" fmla="*/ 569212 h 734918"/>
                <a:gd name="connsiteX5" fmla="*/ 5439180 w 12182880"/>
                <a:gd name="connsiteY5" fmla="*/ 732644 h 734918"/>
                <a:gd name="connsiteX6" fmla="*/ 0 w 12182880"/>
                <a:gd name="connsiteY6" fmla="*/ 456694 h 734918"/>
                <a:gd name="connsiteX7" fmla="*/ 0 w 12182880"/>
                <a:gd name="connsiteY7" fmla="*/ 342900 h 73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2880" h="734918">
                  <a:moveTo>
                    <a:pt x="0" y="342900"/>
                  </a:moveTo>
                  <a:cubicBezTo>
                    <a:pt x="882718" y="452437"/>
                    <a:pt x="3389650" y="718640"/>
                    <a:pt x="5410605" y="696077"/>
                  </a:cubicBezTo>
                  <a:cubicBezTo>
                    <a:pt x="7431560" y="709115"/>
                    <a:pt x="10997018" y="287343"/>
                    <a:pt x="12182880" y="0"/>
                  </a:cubicBezTo>
                  <a:lnTo>
                    <a:pt x="12182880" y="189737"/>
                  </a:lnTo>
                  <a:cubicBezTo>
                    <a:pt x="11605030" y="277190"/>
                    <a:pt x="9839730" y="478727"/>
                    <a:pt x="8715780" y="569212"/>
                  </a:cubicBezTo>
                  <a:cubicBezTo>
                    <a:pt x="7591830" y="659697"/>
                    <a:pt x="6920385" y="706904"/>
                    <a:pt x="5439180" y="732644"/>
                  </a:cubicBezTo>
                  <a:cubicBezTo>
                    <a:pt x="3957975" y="758384"/>
                    <a:pt x="1828935" y="559271"/>
                    <a:pt x="0" y="456694"/>
                  </a:cubicBezTo>
                  <a:lnTo>
                    <a:pt x="0" y="3429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53137" y="296860"/>
            <a:ext cx="11000663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53137" y="1530985"/>
            <a:ext cx="10961053" cy="4688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79465" y="6356350"/>
            <a:ext cx="1640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1107" y="6356350"/>
            <a:ext cx="7777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 flipH="1">
            <a:off x="9999424" y="5622449"/>
            <a:ext cx="2067558" cy="1099026"/>
            <a:chOff x="179783" y="5622449"/>
            <a:chExt cx="2067558" cy="1099026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179783" y="6573996"/>
              <a:ext cx="356234" cy="147479"/>
              <a:chOff x="660083" y="4937919"/>
              <a:chExt cx="356234" cy="147479"/>
            </a:xfrm>
          </p:grpSpPr>
          <p:sp>
            <p:nvSpPr>
              <p:cNvPr id="113" name="Freeform 11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4" name="Freeform 11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5" name="Freeform 11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6" name="Freeform 11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7" name="Freeform 11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8" name="Freeform 11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5" name="Group 14"/>
            <p:cNvGrpSpPr/>
            <p:nvPr userDrawn="1"/>
          </p:nvGrpSpPr>
          <p:grpSpPr>
            <a:xfrm>
              <a:off x="179783" y="6336110"/>
              <a:ext cx="356234" cy="147479"/>
              <a:chOff x="660083" y="4937919"/>
              <a:chExt cx="356234" cy="147479"/>
            </a:xfrm>
          </p:grpSpPr>
          <p:sp>
            <p:nvSpPr>
              <p:cNvPr id="107" name="Freeform 10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8" name="Freeform 10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9" name="Freeform 10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0" name="Freeform 10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1" name="Freeform 11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2" name="Freeform 11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6" name="Group 15"/>
            <p:cNvGrpSpPr/>
            <p:nvPr userDrawn="1"/>
          </p:nvGrpSpPr>
          <p:grpSpPr>
            <a:xfrm>
              <a:off x="179783" y="6098223"/>
              <a:ext cx="356234" cy="147479"/>
              <a:chOff x="660083" y="4937919"/>
              <a:chExt cx="356234" cy="147479"/>
            </a:xfrm>
          </p:grpSpPr>
          <p:sp>
            <p:nvSpPr>
              <p:cNvPr id="101" name="Freeform 10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2" name="Freeform 10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3" name="Freeform 10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4" name="Freeform 10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5" name="Freeform 10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6" name="Freeform 10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7" name="Group 16"/>
            <p:cNvGrpSpPr/>
            <p:nvPr userDrawn="1"/>
          </p:nvGrpSpPr>
          <p:grpSpPr>
            <a:xfrm>
              <a:off x="179783" y="5860336"/>
              <a:ext cx="356234" cy="147479"/>
              <a:chOff x="660083" y="4937919"/>
              <a:chExt cx="356234" cy="147479"/>
            </a:xfrm>
          </p:grpSpPr>
          <p:sp>
            <p:nvSpPr>
              <p:cNvPr id="95" name="Freeform 9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6" name="Freeform 9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7" name="Freeform 9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8" name="Freeform 9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9" name="Freeform 9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0" name="Freeform 9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8" name="Group 17"/>
            <p:cNvGrpSpPr/>
            <p:nvPr userDrawn="1"/>
          </p:nvGrpSpPr>
          <p:grpSpPr>
            <a:xfrm>
              <a:off x="179783" y="5622449"/>
              <a:ext cx="356234" cy="147479"/>
              <a:chOff x="660083" y="4937919"/>
              <a:chExt cx="356234" cy="147479"/>
            </a:xfrm>
          </p:grpSpPr>
          <p:sp>
            <p:nvSpPr>
              <p:cNvPr id="89" name="Freeform 8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0" name="Freeform 8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1" name="Freeform 9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" name="Freeform 9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3" name="Freeform 9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4" name="Freeform 9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>
              <a:off x="607614" y="6573996"/>
              <a:ext cx="356234" cy="147479"/>
              <a:chOff x="660083" y="4937919"/>
              <a:chExt cx="356234" cy="147479"/>
            </a:xfrm>
          </p:grpSpPr>
          <p:sp>
            <p:nvSpPr>
              <p:cNvPr id="83" name="Freeform 8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Freeform 8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Freeform 8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Freeform 8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Freeform 8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8" name="Freeform 8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 userDrawn="1"/>
          </p:nvGrpSpPr>
          <p:grpSpPr>
            <a:xfrm>
              <a:off x="607614" y="6336110"/>
              <a:ext cx="356234" cy="147479"/>
              <a:chOff x="660083" y="4937919"/>
              <a:chExt cx="356234" cy="147479"/>
            </a:xfrm>
          </p:grpSpPr>
          <p:sp>
            <p:nvSpPr>
              <p:cNvPr id="77" name="Freeform 7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8" name="Freeform 7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9" name="Freeform 7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Freeform 7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Freeform 8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2" name="Freeform 8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>
            <a:xfrm>
              <a:off x="607614" y="6098223"/>
              <a:ext cx="356234" cy="147479"/>
              <a:chOff x="660083" y="4937919"/>
              <a:chExt cx="356234" cy="147479"/>
            </a:xfrm>
          </p:grpSpPr>
          <p:sp>
            <p:nvSpPr>
              <p:cNvPr id="71" name="Freeform 7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2" name="Freeform 7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Freeform 7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4" name="Freeform 7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5" name="Freeform 7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Freeform 7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2" name="Group 21"/>
            <p:cNvGrpSpPr/>
            <p:nvPr userDrawn="1"/>
          </p:nvGrpSpPr>
          <p:grpSpPr>
            <a:xfrm>
              <a:off x="607614" y="5860336"/>
              <a:ext cx="356234" cy="147479"/>
              <a:chOff x="660083" y="4937919"/>
              <a:chExt cx="356234" cy="147479"/>
            </a:xfrm>
          </p:grpSpPr>
          <p:sp>
            <p:nvSpPr>
              <p:cNvPr id="65" name="Freeform 6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6" name="Freeform 6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7" name="Freeform 6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8" name="Freeform 6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9" name="Freeform 6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0" name="Freeform 6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3" name="Group 22"/>
            <p:cNvGrpSpPr/>
            <p:nvPr userDrawn="1"/>
          </p:nvGrpSpPr>
          <p:grpSpPr>
            <a:xfrm>
              <a:off x="1035445" y="6573996"/>
              <a:ext cx="356234" cy="147479"/>
              <a:chOff x="660083" y="4937919"/>
              <a:chExt cx="356234" cy="147479"/>
            </a:xfrm>
          </p:grpSpPr>
          <p:sp>
            <p:nvSpPr>
              <p:cNvPr id="59" name="Freeform 5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" name="Freeform 5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1" name="Freeform 6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" name="Freeform 6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3" name="Freeform 6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" name="Freeform 6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4" name="Group 23"/>
            <p:cNvGrpSpPr/>
            <p:nvPr userDrawn="1"/>
          </p:nvGrpSpPr>
          <p:grpSpPr>
            <a:xfrm>
              <a:off x="1035445" y="6336110"/>
              <a:ext cx="356234" cy="147479"/>
              <a:chOff x="660083" y="4937919"/>
              <a:chExt cx="356234" cy="147479"/>
            </a:xfrm>
          </p:grpSpPr>
          <p:sp>
            <p:nvSpPr>
              <p:cNvPr id="53" name="Freeform 5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4" name="Freeform 5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5" name="Freeform 5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6" name="Freeform 5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Freeform 5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8" name="Freeform 5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 userDrawn="1"/>
          </p:nvGrpSpPr>
          <p:grpSpPr>
            <a:xfrm>
              <a:off x="1035445" y="6098223"/>
              <a:ext cx="356234" cy="147479"/>
              <a:chOff x="660083" y="4937919"/>
              <a:chExt cx="356234" cy="147479"/>
            </a:xfrm>
          </p:grpSpPr>
          <p:sp>
            <p:nvSpPr>
              <p:cNvPr id="47" name="Freeform 4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Freeform 4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Freeform 4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0" name="Freeform 4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Freeform 5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2" name="Freeform 5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6" name="Group 25"/>
            <p:cNvGrpSpPr/>
            <p:nvPr userDrawn="1"/>
          </p:nvGrpSpPr>
          <p:grpSpPr>
            <a:xfrm>
              <a:off x="1463276" y="6573996"/>
              <a:ext cx="356234" cy="147479"/>
              <a:chOff x="660083" y="4937919"/>
              <a:chExt cx="356234" cy="147479"/>
            </a:xfrm>
          </p:grpSpPr>
          <p:sp>
            <p:nvSpPr>
              <p:cNvPr id="41" name="Freeform 4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2" name="Freeform 4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3" name="Freeform 4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4" name="Freeform 4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Freeform 4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6" name="Freeform 4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>
              <a:off x="1463276" y="6336110"/>
              <a:ext cx="356234" cy="147479"/>
              <a:chOff x="660083" y="4937919"/>
              <a:chExt cx="356234" cy="147479"/>
            </a:xfrm>
          </p:grpSpPr>
          <p:sp>
            <p:nvSpPr>
              <p:cNvPr id="35" name="Freeform 3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Freeform 3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Freeform 3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" name="Freeform 3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9" name="Freeform 3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Freeform 3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8" name="Group 27"/>
            <p:cNvGrpSpPr/>
            <p:nvPr userDrawn="1"/>
          </p:nvGrpSpPr>
          <p:grpSpPr>
            <a:xfrm>
              <a:off x="1891107" y="6573996"/>
              <a:ext cx="356234" cy="147479"/>
              <a:chOff x="660083" y="4937919"/>
              <a:chExt cx="356234" cy="147479"/>
            </a:xfrm>
          </p:grpSpPr>
          <p:sp>
            <p:nvSpPr>
              <p:cNvPr id="29" name="Freeform 2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Freeform 2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1" name="Freeform 3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2" name="Freeform 3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Freeform 3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4" name="Freeform 3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5880" y="6356350"/>
            <a:ext cx="7061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6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  <p:sldLayoutId id="2147483677" r:id="rId4"/>
    <p:sldLayoutId id="214748367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reeform 124"/>
          <p:cNvSpPr/>
          <p:nvPr userDrawn="1"/>
        </p:nvSpPr>
        <p:spPr>
          <a:xfrm>
            <a:off x="9668360" y="3638231"/>
            <a:ext cx="2312170" cy="3219770"/>
          </a:xfrm>
          <a:custGeom>
            <a:avLst/>
            <a:gdLst>
              <a:gd name="connsiteX0" fmla="*/ 2305504 w 2345261"/>
              <a:gd name="connsiteY0" fmla="*/ 0 h 3395207"/>
              <a:gd name="connsiteX1" fmla="*/ 254068 w 2345261"/>
              <a:gd name="connsiteY1" fmla="*/ 2178658 h 3395207"/>
              <a:gd name="connsiteX2" fmla="*/ 102993 w 2345261"/>
              <a:gd name="connsiteY2" fmla="*/ 3395207 h 3395207"/>
              <a:gd name="connsiteX3" fmla="*/ 2345261 w 2345261"/>
              <a:gd name="connsiteY3" fmla="*/ 3395207 h 3395207"/>
              <a:gd name="connsiteX4" fmla="*/ 2345261 w 2345261"/>
              <a:gd name="connsiteY4" fmla="*/ 31805 h 3395207"/>
              <a:gd name="connsiteX5" fmla="*/ 2305504 w 2345261"/>
              <a:gd name="connsiteY5" fmla="*/ 0 h 3395207"/>
              <a:gd name="connsiteX0" fmla="*/ 2321531 w 2361288"/>
              <a:gd name="connsiteY0" fmla="*/ 0 h 3395207"/>
              <a:gd name="connsiteX1" fmla="*/ 270095 w 2361288"/>
              <a:gd name="connsiteY1" fmla="*/ 2178658 h 3395207"/>
              <a:gd name="connsiteX2" fmla="*/ 119020 w 2361288"/>
              <a:gd name="connsiteY2" fmla="*/ 3395207 h 3395207"/>
              <a:gd name="connsiteX3" fmla="*/ 2361288 w 2361288"/>
              <a:gd name="connsiteY3" fmla="*/ 3395207 h 3395207"/>
              <a:gd name="connsiteX4" fmla="*/ 2361288 w 2361288"/>
              <a:gd name="connsiteY4" fmla="*/ 31805 h 3395207"/>
              <a:gd name="connsiteX5" fmla="*/ 2321531 w 2361288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224831 w 2264588"/>
              <a:gd name="connsiteY0" fmla="*/ 0 h 3395207"/>
              <a:gd name="connsiteX1" fmla="*/ 173395 w 2264588"/>
              <a:gd name="connsiteY1" fmla="*/ 2178658 h 3395207"/>
              <a:gd name="connsiteX2" fmla="*/ 187125 w 2264588"/>
              <a:gd name="connsiteY2" fmla="*/ 3395207 h 3395207"/>
              <a:gd name="connsiteX3" fmla="*/ 2264588 w 2264588"/>
              <a:gd name="connsiteY3" fmla="*/ 3395207 h 3395207"/>
              <a:gd name="connsiteX4" fmla="*/ 2264588 w 2264588"/>
              <a:gd name="connsiteY4" fmla="*/ 31805 h 3395207"/>
              <a:gd name="connsiteX5" fmla="*/ 2224831 w 2264588"/>
              <a:gd name="connsiteY5" fmla="*/ 0 h 3395207"/>
              <a:gd name="connsiteX0" fmla="*/ 2224831 w 2307118"/>
              <a:gd name="connsiteY0" fmla="*/ 0 h 3395207"/>
              <a:gd name="connsiteX1" fmla="*/ 173395 w 2307118"/>
              <a:gd name="connsiteY1" fmla="*/ 2178658 h 3395207"/>
              <a:gd name="connsiteX2" fmla="*/ 187125 w 2307118"/>
              <a:gd name="connsiteY2" fmla="*/ 3395207 h 3395207"/>
              <a:gd name="connsiteX3" fmla="*/ 2264588 w 2307118"/>
              <a:gd name="connsiteY3" fmla="*/ 3395207 h 3395207"/>
              <a:gd name="connsiteX4" fmla="*/ 2307118 w 2307118"/>
              <a:gd name="connsiteY4" fmla="*/ 542167 h 3395207"/>
              <a:gd name="connsiteX5" fmla="*/ 2224831 w 2307118"/>
              <a:gd name="connsiteY5" fmla="*/ 0 h 3395207"/>
              <a:gd name="connsiteX0" fmla="*/ 2298995 w 2312170"/>
              <a:gd name="connsiteY0" fmla="*/ 0 h 3219770"/>
              <a:gd name="connsiteX1" fmla="*/ 178447 w 2312170"/>
              <a:gd name="connsiteY1" fmla="*/ 2003221 h 3219770"/>
              <a:gd name="connsiteX2" fmla="*/ 192177 w 2312170"/>
              <a:gd name="connsiteY2" fmla="*/ 3219770 h 3219770"/>
              <a:gd name="connsiteX3" fmla="*/ 2269640 w 2312170"/>
              <a:gd name="connsiteY3" fmla="*/ 3219770 h 3219770"/>
              <a:gd name="connsiteX4" fmla="*/ 2312170 w 2312170"/>
              <a:gd name="connsiteY4" fmla="*/ 366730 h 3219770"/>
              <a:gd name="connsiteX5" fmla="*/ 2298995 w 2312170"/>
              <a:gd name="connsiteY5" fmla="*/ 0 h 3219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2170" h="3219770">
                <a:moveTo>
                  <a:pt x="2298995" y="0"/>
                </a:moveTo>
                <a:cubicBezTo>
                  <a:pt x="1456819" y="806395"/>
                  <a:pt x="529583" y="1466593"/>
                  <a:pt x="178447" y="2003221"/>
                </a:cubicBezTo>
                <a:cubicBezTo>
                  <a:pt x="-172689" y="2539849"/>
                  <a:pt x="84172" y="2894429"/>
                  <a:pt x="192177" y="3219770"/>
                </a:cubicBezTo>
                <a:lnTo>
                  <a:pt x="2269640" y="3219770"/>
                </a:lnTo>
                <a:lnTo>
                  <a:pt x="2312170" y="366730"/>
                </a:lnTo>
                <a:lnTo>
                  <a:pt x="22989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 125"/>
          <p:cNvSpPr/>
          <p:nvPr userDrawn="1"/>
        </p:nvSpPr>
        <p:spPr>
          <a:xfrm>
            <a:off x="9832200" y="3462793"/>
            <a:ext cx="2359800" cy="3395207"/>
          </a:xfrm>
          <a:custGeom>
            <a:avLst/>
            <a:gdLst>
              <a:gd name="connsiteX0" fmla="*/ 2305504 w 2345261"/>
              <a:gd name="connsiteY0" fmla="*/ 0 h 3395207"/>
              <a:gd name="connsiteX1" fmla="*/ 254068 w 2345261"/>
              <a:gd name="connsiteY1" fmla="*/ 2178658 h 3395207"/>
              <a:gd name="connsiteX2" fmla="*/ 102993 w 2345261"/>
              <a:gd name="connsiteY2" fmla="*/ 3395207 h 3395207"/>
              <a:gd name="connsiteX3" fmla="*/ 2345261 w 2345261"/>
              <a:gd name="connsiteY3" fmla="*/ 3395207 h 3395207"/>
              <a:gd name="connsiteX4" fmla="*/ 2345261 w 2345261"/>
              <a:gd name="connsiteY4" fmla="*/ 31805 h 3395207"/>
              <a:gd name="connsiteX5" fmla="*/ 2305504 w 2345261"/>
              <a:gd name="connsiteY5" fmla="*/ 0 h 3395207"/>
              <a:gd name="connsiteX0" fmla="*/ 2321531 w 2361288"/>
              <a:gd name="connsiteY0" fmla="*/ 0 h 3395207"/>
              <a:gd name="connsiteX1" fmla="*/ 270095 w 2361288"/>
              <a:gd name="connsiteY1" fmla="*/ 2178658 h 3395207"/>
              <a:gd name="connsiteX2" fmla="*/ 119020 w 2361288"/>
              <a:gd name="connsiteY2" fmla="*/ 3395207 h 3395207"/>
              <a:gd name="connsiteX3" fmla="*/ 2361288 w 2361288"/>
              <a:gd name="connsiteY3" fmla="*/ 3395207 h 3395207"/>
              <a:gd name="connsiteX4" fmla="*/ 2361288 w 2361288"/>
              <a:gd name="connsiteY4" fmla="*/ 31805 h 3395207"/>
              <a:gd name="connsiteX5" fmla="*/ 2321531 w 2361288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  <a:gd name="connsiteX0" fmla="*/ 2320043 w 2359800"/>
              <a:gd name="connsiteY0" fmla="*/ 0 h 3395207"/>
              <a:gd name="connsiteX1" fmla="*/ 268607 w 2359800"/>
              <a:gd name="connsiteY1" fmla="*/ 2178658 h 3395207"/>
              <a:gd name="connsiteX2" fmla="*/ 117532 w 2359800"/>
              <a:gd name="connsiteY2" fmla="*/ 3395207 h 3395207"/>
              <a:gd name="connsiteX3" fmla="*/ 2359800 w 2359800"/>
              <a:gd name="connsiteY3" fmla="*/ 3395207 h 3395207"/>
              <a:gd name="connsiteX4" fmla="*/ 2359800 w 2359800"/>
              <a:gd name="connsiteY4" fmla="*/ 31805 h 3395207"/>
              <a:gd name="connsiteX5" fmla="*/ 2320043 w 2359800"/>
              <a:gd name="connsiteY5" fmla="*/ 0 h 339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9800" h="3395207">
                <a:moveTo>
                  <a:pt x="2320043" y="0"/>
                </a:moveTo>
                <a:cubicBezTo>
                  <a:pt x="1477867" y="806395"/>
                  <a:pt x="675448" y="1668449"/>
                  <a:pt x="268607" y="2178658"/>
                </a:cubicBezTo>
                <a:cubicBezTo>
                  <a:pt x="-138234" y="2688867"/>
                  <a:pt x="9527" y="3069866"/>
                  <a:pt x="117532" y="3395207"/>
                </a:cubicBezTo>
                <a:lnTo>
                  <a:pt x="2359800" y="3395207"/>
                </a:lnTo>
                <a:lnTo>
                  <a:pt x="2359800" y="31805"/>
                </a:lnTo>
                <a:lnTo>
                  <a:pt x="23200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 flipH="1">
            <a:off x="9999424" y="5622449"/>
            <a:ext cx="2067558" cy="1099026"/>
            <a:chOff x="179783" y="5622449"/>
            <a:chExt cx="2067558" cy="1099026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179783" y="6573996"/>
              <a:ext cx="356234" cy="147479"/>
              <a:chOff x="660083" y="4937919"/>
              <a:chExt cx="356234" cy="147479"/>
            </a:xfrm>
          </p:grpSpPr>
          <p:sp>
            <p:nvSpPr>
              <p:cNvPr id="113" name="Freeform 11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4" name="Freeform 11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5" name="Freeform 11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6" name="Freeform 11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7" name="Freeform 11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8" name="Freeform 11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5" name="Group 14"/>
            <p:cNvGrpSpPr/>
            <p:nvPr userDrawn="1"/>
          </p:nvGrpSpPr>
          <p:grpSpPr>
            <a:xfrm>
              <a:off x="179783" y="6336110"/>
              <a:ext cx="356234" cy="147479"/>
              <a:chOff x="660083" y="4937919"/>
              <a:chExt cx="356234" cy="147479"/>
            </a:xfrm>
          </p:grpSpPr>
          <p:sp>
            <p:nvSpPr>
              <p:cNvPr id="107" name="Freeform 10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8" name="Freeform 10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9" name="Freeform 10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0" name="Freeform 10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1" name="Freeform 11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2" name="Freeform 11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6" name="Group 15"/>
            <p:cNvGrpSpPr/>
            <p:nvPr userDrawn="1"/>
          </p:nvGrpSpPr>
          <p:grpSpPr>
            <a:xfrm>
              <a:off x="179783" y="6098223"/>
              <a:ext cx="356234" cy="147479"/>
              <a:chOff x="660083" y="4937919"/>
              <a:chExt cx="356234" cy="147479"/>
            </a:xfrm>
          </p:grpSpPr>
          <p:sp>
            <p:nvSpPr>
              <p:cNvPr id="101" name="Freeform 10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2" name="Freeform 10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3" name="Freeform 10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4" name="Freeform 10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5" name="Freeform 10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6" name="Freeform 10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7" name="Group 16"/>
            <p:cNvGrpSpPr/>
            <p:nvPr userDrawn="1"/>
          </p:nvGrpSpPr>
          <p:grpSpPr>
            <a:xfrm>
              <a:off x="179783" y="5860336"/>
              <a:ext cx="356234" cy="147479"/>
              <a:chOff x="660083" y="4937919"/>
              <a:chExt cx="356234" cy="147479"/>
            </a:xfrm>
          </p:grpSpPr>
          <p:sp>
            <p:nvSpPr>
              <p:cNvPr id="95" name="Freeform 9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6" name="Freeform 9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7" name="Freeform 9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8" name="Freeform 9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9" name="Freeform 9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0" name="Freeform 9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8" name="Group 17"/>
            <p:cNvGrpSpPr/>
            <p:nvPr userDrawn="1"/>
          </p:nvGrpSpPr>
          <p:grpSpPr>
            <a:xfrm>
              <a:off x="179783" y="5622449"/>
              <a:ext cx="356234" cy="147479"/>
              <a:chOff x="660083" y="4937919"/>
              <a:chExt cx="356234" cy="147479"/>
            </a:xfrm>
          </p:grpSpPr>
          <p:sp>
            <p:nvSpPr>
              <p:cNvPr id="89" name="Freeform 8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0" name="Freeform 8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1" name="Freeform 9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" name="Freeform 9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3" name="Freeform 9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4" name="Freeform 9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>
              <a:off x="607614" y="6573996"/>
              <a:ext cx="356234" cy="147479"/>
              <a:chOff x="660083" y="4937919"/>
              <a:chExt cx="356234" cy="147479"/>
            </a:xfrm>
          </p:grpSpPr>
          <p:sp>
            <p:nvSpPr>
              <p:cNvPr id="83" name="Freeform 8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Freeform 8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Freeform 8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Freeform 8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Freeform 8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8" name="Freeform 8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 userDrawn="1"/>
          </p:nvGrpSpPr>
          <p:grpSpPr>
            <a:xfrm>
              <a:off x="607614" y="6336110"/>
              <a:ext cx="356234" cy="147479"/>
              <a:chOff x="660083" y="4937919"/>
              <a:chExt cx="356234" cy="147479"/>
            </a:xfrm>
          </p:grpSpPr>
          <p:sp>
            <p:nvSpPr>
              <p:cNvPr id="77" name="Freeform 7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8" name="Freeform 7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9" name="Freeform 7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Freeform 7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Freeform 8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2" name="Freeform 8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>
            <a:xfrm>
              <a:off x="607614" y="6098223"/>
              <a:ext cx="356234" cy="147479"/>
              <a:chOff x="660083" y="4937919"/>
              <a:chExt cx="356234" cy="147479"/>
            </a:xfrm>
          </p:grpSpPr>
          <p:sp>
            <p:nvSpPr>
              <p:cNvPr id="71" name="Freeform 7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2" name="Freeform 7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Freeform 7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4" name="Freeform 7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5" name="Freeform 7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Freeform 7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2" name="Group 21"/>
            <p:cNvGrpSpPr/>
            <p:nvPr userDrawn="1"/>
          </p:nvGrpSpPr>
          <p:grpSpPr>
            <a:xfrm>
              <a:off x="607614" y="5860336"/>
              <a:ext cx="356234" cy="147479"/>
              <a:chOff x="660083" y="4937919"/>
              <a:chExt cx="356234" cy="147479"/>
            </a:xfrm>
          </p:grpSpPr>
          <p:sp>
            <p:nvSpPr>
              <p:cNvPr id="65" name="Freeform 6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6" name="Freeform 6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7" name="Freeform 6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8" name="Freeform 6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9" name="Freeform 6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0" name="Freeform 6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3" name="Group 22"/>
            <p:cNvGrpSpPr/>
            <p:nvPr userDrawn="1"/>
          </p:nvGrpSpPr>
          <p:grpSpPr>
            <a:xfrm>
              <a:off x="1035445" y="6573996"/>
              <a:ext cx="356234" cy="147479"/>
              <a:chOff x="660083" y="4937919"/>
              <a:chExt cx="356234" cy="147479"/>
            </a:xfrm>
          </p:grpSpPr>
          <p:sp>
            <p:nvSpPr>
              <p:cNvPr id="59" name="Freeform 5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" name="Freeform 5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1" name="Freeform 6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" name="Freeform 6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3" name="Freeform 6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" name="Freeform 6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4" name="Group 23"/>
            <p:cNvGrpSpPr/>
            <p:nvPr userDrawn="1"/>
          </p:nvGrpSpPr>
          <p:grpSpPr>
            <a:xfrm>
              <a:off x="1035445" y="6336110"/>
              <a:ext cx="356234" cy="147479"/>
              <a:chOff x="660083" y="4937919"/>
              <a:chExt cx="356234" cy="147479"/>
            </a:xfrm>
          </p:grpSpPr>
          <p:sp>
            <p:nvSpPr>
              <p:cNvPr id="53" name="Freeform 52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4" name="Freeform 53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5" name="Freeform 54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6" name="Freeform 55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Freeform 56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8" name="Freeform 57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 userDrawn="1"/>
          </p:nvGrpSpPr>
          <p:grpSpPr>
            <a:xfrm>
              <a:off x="1035445" y="6098223"/>
              <a:ext cx="356234" cy="147479"/>
              <a:chOff x="660083" y="4937919"/>
              <a:chExt cx="356234" cy="147479"/>
            </a:xfrm>
          </p:grpSpPr>
          <p:sp>
            <p:nvSpPr>
              <p:cNvPr id="47" name="Freeform 46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Freeform 47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Freeform 48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0" name="Freeform 49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Freeform 50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2" name="Freeform 51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6" name="Group 25"/>
            <p:cNvGrpSpPr/>
            <p:nvPr userDrawn="1"/>
          </p:nvGrpSpPr>
          <p:grpSpPr>
            <a:xfrm>
              <a:off x="1463276" y="6573996"/>
              <a:ext cx="356234" cy="147479"/>
              <a:chOff x="660083" y="4937919"/>
              <a:chExt cx="356234" cy="147479"/>
            </a:xfrm>
          </p:grpSpPr>
          <p:sp>
            <p:nvSpPr>
              <p:cNvPr id="41" name="Freeform 40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2" name="Freeform 41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3" name="Freeform 42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4" name="Freeform 43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Freeform 44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6" name="Freeform 45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>
              <a:off x="1463276" y="6336110"/>
              <a:ext cx="356234" cy="147479"/>
              <a:chOff x="660083" y="4937919"/>
              <a:chExt cx="356234" cy="147479"/>
            </a:xfrm>
          </p:grpSpPr>
          <p:sp>
            <p:nvSpPr>
              <p:cNvPr id="35" name="Freeform 34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Freeform 35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Freeform 36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" name="Freeform 37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9" name="Freeform 38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Freeform 39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8" name="Group 27"/>
            <p:cNvGrpSpPr/>
            <p:nvPr userDrawn="1"/>
          </p:nvGrpSpPr>
          <p:grpSpPr>
            <a:xfrm>
              <a:off x="1891107" y="6573996"/>
              <a:ext cx="356234" cy="147479"/>
              <a:chOff x="660083" y="4937919"/>
              <a:chExt cx="356234" cy="147479"/>
            </a:xfrm>
          </p:grpSpPr>
          <p:sp>
            <p:nvSpPr>
              <p:cNvPr id="29" name="Freeform 28"/>
              <p:cNvSpPr/>
              <p:nvPr userDrawn="1"/>
            </p:nvSpPr>
            <p:spPr>
              <a:xfrm>
                <a:off x="660083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Freeform 29"/>
              <p:cNvSpPr/>
              <p:nvPr userDrawn="1"/>
            </p:nvSpPr>
            <p:spPr>
              <a:xfrm>
                <a:off x="660083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1" name="Freeform 30"/>
              <p:cNvSpPr/>
              <p:nvPr userDrawn="1"/>
            </p:nvSpPr>
            <p:spPr>
              <a:xfrm>
                <a:off x="660083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2" name="Freeform 31"/>
              <p:cNvSpPr/>
              <p:nvPr userDrawn="1"/>
            </p:nvSpPr>
            <p:spPr>
              <a:xfrm flipH="1">
                <a:off x="833437" y="4937919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Freeform 32"/>
              <p:cNvSpPr/>
              <p:nvPr userDrawn="1"/>
            </p:nvSpPr>
            <p:spPr>
              <a:xfrm flipH="1">
                <a:off x="833437" y="4988243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4" name="Freeform 33"/>
              <p:cNvSpPr/>
              <p:nvPr userDrawn="1"/>
            </p:nvSpPr>
            <p:spPr>
              <a:xfrm flipH="1">
                <a:off x="833437" y="5039678"/>
                <a:ext cx="182880" cy="45720"/>
              </a:xfrm>
              <a:custGeom>
                <a:avLst/>
                <a:gdLst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4739640 w 4739640"/>
                  <a:gd name="connsiteY2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528060 w 4739640"/>
                  <a:gd name="connsiteY2" fmla="*/ 64770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  <a:gd name="connsiteX0" fmla="*/ 0 w 4739640"/>
                  <a:gd name="connsiteY0" fmla="*/ 0 h 1188720"/>
                  <a:gd name="connsiteX1" fmla="*/ 2148840 w 4739640"/>
                  <a:gd name="connsiteY1" fmla="*/ 0 h 1188720"/>
                  <a:gd name="connsiteX2" fmla="*/ 3649980 w 4739640"/>
                  <a:gd name="connsiteY2" fmla="*/ 388620 h 1188720"/>
                  <a:gd name="connsiteX3" fmla="*/ 4739640 w 4739640"/>
                  <a:gd name="connsiteY3" fmla="*/ 1188720 h 118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9640" h="1188720">
                    <a:moveTo>
                      <a:pt x="0" y="0"/>
                    </a:moveTo>
                    <a:lnTo>
                      <a:pt x="2148840" y="0"/>
                    </a:lnTo>
                    <a:cubicBezTo>
                      <a:pt x="2782570" y="46990"/>
                      <a:pt x="3218180" y="190500"/>
                      <a:pt x="3649980" y="388620"/>
                    </a:cubicBezTo>
                    <a:cubicBezTo>
                      <a:pt x="4081780" y="586740"/>
                      <a:pt x="4480560" y="932180"/>
                      <a:pt x="4739640" y="1188720"/>
                    </a:cubicBezTo>
                  </a:path>
                </a:pathLst>
              </a:custGeom>
              <a:noFill/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24" name="Rectangle 121"/>
          <p:cNvSpPr/>
          <p:nvPr userDrawn="1"/>
        </p:nvSpPr>
        <p:spPr>
          <a:xfrm>
            <a:off x="80266" y="176647"/>
            <a:ext cx="1994293" cy="6691746"/>
          </a:xfrm>
          <a:custGeom>
            <a:avLst/>
            <a:gdLst>
              <a:gd name="connsiteX0" fmla="*/ 0 w 958857"/>
              <a:gd name="connsiteY0" fmla="*/ 0 h 6858001"/>
              <a:gd name="connsiteX1" fmla="*/ 958857 w 958857"/>
              <a:gd name="connsiteY1" fmla="*/ 0 h 6858001"/>
              <a:gd name="connsiteX2" fmla="*/ 958857 w 958857"/>
              <a:gd name="connsiteY2" fmla="*/ 6858001 h 6858001"/>
              <a:gd name="connsiteX3" fmla="*/ 0 w 958857"/>
              <a:gd name="connsiteY3" fmla="*/ 6858001 h 6858001"/>
              <a:gd name="connsiteX4" fmla="*/ 0 w 958857"/>
              <a:gd name="connsiteY4" fmla="*/ 0 h 6858001"/>
              <a:gd name="connsiteX0" fmla="*/ 0 w 958857"/>
              <a:gd name="connsiteY0" fmla="*/ 0 h 6858001"/>
              <a:gd name="connsiteX1" fmla="*/ 532830 w 958857"/>
              <a:gd name="connsiteY1" fmla="*/ 10391 h 6858001"/>
              <a:gd name="connsiteX2" fmla="*/ 958857 w 958857"/>
              <a:gd name="connsiteY2" fmla="*/ 6858001 h 6858001"/>
              <a:gd name="connsiteX3" fmla="*/ 0 w 958857"/>
              <a:gd name="connsiteY3" fmla="*/ 6858001 h 6858001"/>
              <a:gd name="connsiteX4" fmla="*/ 0 w 958857"/>
              <a:gd name="connsiteY4" fmla="*/ 0 h 6858001"/>
              <a:gd name="connsiteX0" fmla="*/ 0 w 958857"/>
              <a:gd name="connsiteY0" fmla="*/ 0 h 6858001"/>
              <a:gd name="connsiteX1" fmla="*/ 532830 w 958857"/>
              <a:gd name="connsiteY1" fmla="*/ 10391 h 6858001"/>
              <a:gd name="connsiteX2" fmla="*/ 696191 w 958857"/>
              <a:gd name="connsiteY2" fmla="*/ 2410691 h 6858001"/>
              <a:gd name="connsiteX3" fmla="*/ 958857 w 958857"/>
              <a:gd name="connsiteY3" fmla="*/ 6858001 h 6858001"/>
              <a:gd name="connsiteX4" fmla="*/ 0 w 958857"/>
              <a:gd name="connsiteY4" fmla="*/ 6858001 h 6858001"/>
              <a:gd name="connsiteX5" fmla="*/ 0 w 958857"/>
              <a:gd name="connsiteY5" fmla="*/ 0 h 6858001"/>
              <a:gd name="connsiteX0" fmla="*/ 0 w 984731"/>
              <a:gd name="connsiteY0" fmla="*/ 0 h 6858001"/>
              <a:gd name="connsiteX1" fmla="*/ 532830 w 984731"/>
              <a:gd name="connsiteY1" fmla="*/ 10391 h 6858001"/>
              <a:gd name="connsiteX2" fmla="*/ 696191 w 984731"/>
              <a:gd name="connsiteY2" fmla="*/ 2410691 h 6858001"/>
              <a:gd name="connsiteX3" fmla="*/ 958857 w 984731"/>
              <a:gd name="connsiteY3" fmla="*/ 6858001 h 6858001"/>
              <a:gd name="connsiteX4" fmla="*/ 0 w 984731"/>
              <a:gd name="connsiteY4" fmla="*/ 6858001 h 6858001"/>
              <a:gd name="connsiteX5" fmla="*/ 0 w 984731"/>
              <a:gd name="connsiteY5" fmla="*/ 0 h 6858001"/>
              <a:gd name="connsiteX0" fmla="*/ 0 w 1977982"/>
              <a:gd name="connsiteY0" fmla="*/ 0 h 6858001"/>
              <a:gd name="connsiteX1" fmla="*/ 532830 w 1977982"/>
              <a:gd name="connsiteY1" fmla="*/ 10391 h 6858001"/>
              <a:gd name="connsiteX2" fmla="*/ 1974273 w 1977982"/>
              <a:gd name="connsiteY2" fmla="*/ 2223654 h 6858001"/>
              <a:gd name="connsiteX3" fmla="*/ 958857 w 1977982"/>
              <a:gd name="connsiteY3" fmla="*/ 6858001 h 6858001"/>
              <a:gd name="connsiteX4" fmla="*/ 0 w 1977982"/>
              <a:gd name="connsiteY4" fmla="*/ 6858001 h 6858001"/>
              <a:gd name="connsiteX5" fmla="*/ 0 w 1977982"/>
              <a:gd name="connsiteY5" fmla="*/ 0 h 6858001"/>
              <a:gd name="connsiteX0" fmla="*/ 0 w 1974452"/>
              <a:gd name="connsiteY0" fmla="*/ 0 h 6868392"/>
              <a:gd name="connsiteX1" fmla="*/ 532830 w 1974452"/>
              <a:gd name="connsiteY1" fmla="*/ 10391 h 6868392"/>
              <a:gd name="connsiteX2" fmla="*/ 1974273 w 1974452"/>
              <a:gd name="connsiteY2" fmla="*/ 2223654 h 6868392"/>
              <a:gd name="connsiteX3" fmla="*/ 636738 w 1974452"/>
              <a:gd name="connsiteY3" fmla="*/ 6868392 h 6868392"/>
              <a:gd name="connsiteX4" fmla="*/ 0 w 1974452"/>
              <a:gd name="connsiteY4" fmla="*/ 6858001 h 6868392"/>
              <a:gd name="connsiteX5" fmla="*/ 0 w 1974452"/>
              <a:gd name="connsiteY5" fmla="*/ 0 h 6868392"/>
              <a:gd name="connsiteX0" fmla="*/ 0 w 1976024"/>
              <a:gd name="connsiteY0" fmla="*/ 0 h 6868392"/>
              <a:gd name="connsiteX1" fmla="*/ 304230 w 1976024"/>
              <a:gd name="connsiteY1" fmla="*/ 10391 h 6868392"/>
              <a:gd name="connsiteX2" fmla="*/ 1974273 w 1976024"/>
              <a:gd name="connsiteY2" fmla="*/ 2223654 h 6868392"/>
              <a:gd name="connsiteX3" fmla="*/ 636738 w 1976024"/>
              <a:gd name="connsiteY3" fmla="*/ 6868392 h 6868392"/>
              <a:gd name="connsiteX4" fmla="*/ 0 w 1976024"/>
              <a:gd name="connsiteY4" fmla="*/ 6858001 h 6868392"/>
              <a:gd name="connsiteX5" fmla="*/ 0 w 1976024"/>
              <a:gd name="connsiteY5" fmla="*/ 0 h 6868392"/>
              <a:gd name="connsiteX0" fmla="*/ 0 w 1976024"/>
              <a:gd name="connsiteY0" fmla="*/ 0 h 6868392"/>
              <a:gd name="connsiteX1" fmla="*/ 304230 w 1976024"/>
              <a:gd name="connsiteY1" fmla="*/ 10391 h 6868392"/>
              <a:gd name="connsiteX2" fmla="*/ 1974273 w 1976024"/>
              <a:gd name="connsiteY2" fmla="*/ 2223654 h 6868392"/>
              <a:gd name="connsiteX3" fmla="*/ 636738 w 1976024"/>
              <a:gd name="connsiteY3" fmla="*/ 6868392 h 6868392"/>
              <a:gd name="connsiteX4" fmla="*/ 0 w 1976024"/>
              <a:gd name="connsiteY4" fmla="*/ 6858001 h 6868392"/>
              <a:gd name="connsiteX5" fmla="*/ 0 w 1976024"/>
              <a:gd name="connsiteY5" fmla="*/ 0 h 6868392"/>
              <a:gd name="connsiteX0" fmla="*/ 0 w 1981233"/>
              <a:gd name="connsiteY0" fmla="*/ 0 h 6868392"/>
              <a:gd name="connsiteX1" fmla="*/ 304230 w 1981233"/>
              <a:gd name="connsiteY1" fmla="*/ 10391 h 6868392"/>
              <a:gd name="connsiteX2" fmla="*/ 1974273 w 1981233"/>
              <a:gd name="connsiteY2" fmla="*/ 2223654 h 6868392"/>
              <a:gd name="connsiteX3" fmla="*/ 636738 w 1981233"/>
              <a:gd name="connsiteY3" fmla="*/ 6868392 h 6868392"/>
              <a:gd name="connsiteX4" fmla="*/ 0 w 1981233"/>
              <a:gd name="connsiteY4" fmla="*/ 6858001 h 6868392"/>
              <a:gd name="connsiteX5" fmla="*/ 0 w 1981233"/>
              <a:gd name="connsiteY5" fmla="*/ 0 h 6868392"/>
              <a:gd name="connsiteX0" fmla="*/ 0 w 1981233"/>
              <a:gd name="connsiteY0" fmla="*/ 0 h 6868392"/>
              <a:gd name="connsiteX1" fmla="*/ 304230 w 1981233"/>
              <a:gd name="connsiteY1" fmla="*/ 10391 h 6868392"/>
              <a:gd name="connsiteX2" fmla="*/ 1974273 w 1981233"/>
              <a:gd name="connsiteY2" fmla="*/ 2223654 h 6868392"/>
              <a:gd name="connsiteX3" fmla="*/ 636738 w 1981233"/>
              <a:gd name="connsiteY3" fmla="*/ 6868392 h 6868392"/>
              <a:gd name="connsiteX4" fmla="*/ 0 w 1981233"/>
              <a:gd name="connsiteY4" fmla="*/ 6858001 h 6868392"/>
              <a:gd name="connsiteX5" fmla="*/ 0 w 1981233"/>
              <a:gd name="connsiteY5" fmla="*/ 0 h 6868392"/>
              <a:gd name="connsiteX0" fmla="*/ 0 w 1975844"/>
              <a:gd name="connsiteY0" fmla="*/ 0 h 6868392"/>
              <a:gd name="connsiteX1" fmla="*/ 336888 w 1975844"/>
              <a:gd name="connsiteY1" fmla="*/ 0 h 6868392"/>
              <a:gd name="connsiteX2" fmla="*/ 1974273 w 1975844"/>
              <a:gd name="connsiteY2" fmla="*/ 2223654 h 6868392"/>
              <a:gd name="connsiteX3" fmla="*/ 636738 w 1975844"/>
              <a:gd name="connsiteY3" fmla="*/ 6868392 h 6868392"/>
              <a:gd name="connsiteX4" fmla="*/ 0 w 1975844"/>
              <a:gd name="connsiteY4" fmla="*/ 6858001 h 6868392"/>
              <a:gd name="connsiteX5" fmla="*/ 0 w 1975844"/>
              <a:gd name="connsiteY5" fmla="*/ 0 h 6868392"/>
              <a:gd name="connsiteX0" fmla="*/ 0 w 1976498"/>
              <a:gd name="connsiteY0" fmla="*/ 0 h 6868392"/>
              <a:gd name="connsiteX1" fmla="*/ 336888 w 1976498"/>
              <a:gd name="connsiteY1" fmla="*/ 0 h 6868392"/>
              <a:gd name="connsiteX2" fmla="*/ 1974273 w 1976498"/>
              <a:gd name="connsiteY2" fmla="*/ 2223654 h 6868392"/>
              <a:gd name="connsiteX3" fmla="*/ 688229 w 1976498"/>
              <a:gd name="connsiteY3" fmla="*/ 6868392 h 6868392"/>
              <a:gd name="connsiteX4" fmla="*/ 0 w 1976498"/>
              <a:gd name="connsiteY4" fmla="*/ 6858001 h 6868392"/>
              <a:gd name="connsiteX5" fmla="*/ 0 w 1976498"/>
              <a:gd name="connsiteY5" fmla="*/ 0 h 686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6498" h="6868392">
                <a:moveTo>
                  <a:pt x="0" y="0"/>
                </a:moveTo>
                <a:lnTo>
                  <a:pt x="336888" y="0"/>
                </a:lnTo>
                <a:cubicBezTo>
                  <a:pt x="629566" y="308264"/>
                  <a:pt x="1915716" y="1078922"/>
                  <a:pt x="1974273" y="2223654"/>
                </a:cubicBezTo>
                <a:cubicBezTo>
                  <a:pt x="2032830" y="3368386"/>
                  <a:pt x="918561" y="6116783"/>
                  <a:pt x="688229" y="6868392"/>
                </a:cubicBez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 userDrawn="1"/>
        </p:nvSpPr>
        <p:spPr>
          <a:xfrm>
            <a:off x="1" y="1"/>
            <a:ext cx="1885962" cy="6868392"/>
          </a:xfrm>
          <a:custGeom>
            <a:avLst/>
            <a:gdLst>
              <a:gd name="connsiteX0" fmla="*/ 0 w 958857"/>
              <a:gd name="connsiteY0" fmla="*/ 0 h 6858001"/>
              <a:gd name="connsiteX1" fmla="*/ 958857 w 958857"/>
              <a:gd name="connsiteY1" fmla="*/ 0 h 6858001"/>
              <a:gd name="connsiteX2" fmla="*/ 958857 w 958857"/>
              <a:gd name="connsiteY2" fmla="*/ 6858001 h 6858001"/>
              <a:gd name="connsiteX3" fmla="*/ 0 w 958857"/>
              <a:gd name="connsiteY3" fmla="*/ 6858001 h 6858001"/>
              <a:gd name="connsiteX4" fmla="*/ 0 w 958857"/>
              <a:gd name="connsiteY4" fmla="*/ 0 h 6858001"/>
              <a:gd name="connsiteX0" fmla="*/ 0 w 958857"/>
              <a:gd name="connsiteY0" fmla="*/ 0 h 6858001"/>
              <a:gd name="connsiteX1" fmla="*/ 532830 w 958857"/>
              <a:gd name="connsiteY1" fmla="*/ 10391 h 6858001"/>
              <a:gd name="connsiteX2" fmla="*/ 958857 w 958857"/>
              <a:gd name="connsiteY2" fmla="*/ 6858001 h 6858001"/>
              <a:gd name="connsiteX3" fmla="*/ 0 w 958857"/>
              <a:gd name="connsiteY3" fmla="*/ 6858001 h 6858001"/>
              <a:gd name="connsiteX4" fmla="*/ 0 w 958857"/>
              <a:gd name="connsiteY4" fmla="*/ 0 h 6858001"/>
              <a:gd name="connsiteX0" fmla="*/ 0 w 958857"/>
              <a:gd name="connsiteY0" fmla="*/ 0 h 6858001"/>
              <a:gd name="connsiteX1" fmla="*/ 532830 w 958857"/>
              <a:gd name="connsiteY1" fmla="*/ 10391 h 6858001"/>
              <a:gd name="connsiteX2" fmla="*/ 696191 w 958857"/>
              <a:gd name="connsiteY2" fmla="*/ 2410691 h 6858001"/>
              <a:gd name="connsiteX3" fmla="*/ 958857 w 958857"/>
              <a:gd name="connsiteY3" fmla="*/ 6858001 h 6858001"/>
              <a:gd name="connsiteX4" fmla="*/ 0 w 958857"/>
              <a:gd name="connsiteY4" fmla="*/ 6858001 h 6858001"/>
              <a:gd name="connsiteX5" fmla="*/ 0 w 958857"/>
              <a:gd name="connsiteY5" fmla="*/ 0 h 6858001"/>
              <a:gd name="connsiteX0" fmla="*/ 0 w 984731"/>
              <a:gd name="connsiteY0" fmla="*/ 0 h 6858001"/>
              <a:gd name="connsiteX1" fmla="*/ 532830 w 984731"/>
              <a:gd name="connsiteY1" fmla="*/ 10391 h 6858001"/>
              <a:gd name="connsiteX2" fmla="*/ 696191 w 984731"/>
              <a:gd name="connsiteY2" fmla="*/ 2410691 h 6858001"/>
              <a:gd name="connsiteX3" fmla="*/ 958857 w 984731"/>
              <a:gd name="connsiteY3" fmla="*/ 6858001 h 6858001"/>
              <a:gd name="connsiteX4" fmla="*/ 0 w 984731"/>
              <a:gd name="connsiteY4" fmla="*/ 6858001 h 6858001"/>
              <a:gd name="connsiteX5" fmla="*/ 0 w 984731"/>
              <a:gd name="connsiteY5" fmla="*/ 0 h 6858001"/>
              <a:gd name="connsiteX0" fmla="*/ 0 w 1977982"/>
              <a:gd name="connsiteY0" fmla="*/ 0 h 6858001"/>
              <a:gd name="connsiteX1" fmla="*/ 532830 w 1977982"/>
              <a:gd name="connsiteY1" fmla="*/ 10391 h 6858001"/>
              <a:gd name="connsiteX2" fmla="*/ 1974273 w 1977982"/>
              <a:gd name="connsiteY2" fmla="*/ 2223654 h 6858001"/>
              <a:gd name="connsiteX3" fmla="*/ 958857 w 1977982"/>
              <a:gd name="connsiteY3" fmla="*/ 6858001 h 6858001"/>
              <a:gd name="connsiteX4" fmla="*/ 0 w 1977982"/>
              <a:gd name="connsiteY4" fmla="*/ 6858001 h 6858001"/>
              <a:gd name="connsiteX5" fmla="*/ 0 w 1977982"/>
              <a:gd name="connsiteY5" fmla="*/ 0 h 6858001"/>
              <a:gd name="connsiteX0" fmla="*/ 0 w 1974452"/>
              <a:gd name="connsiteY0" fmla="*/ 0 h 6868392"/>
              <a:gd name="connsiteX1" fmla="*/ 532830 w 1974452"/>
              <a:gd name="connsiteY1" fmla="*/ 10391 h 6868392"/>
              <a:gd name="connsiteX2" fmla="*/ 1974273 w 1974452"/>
              <a:gd name="connsiteY2" fmla="*/ 2223654 h 6868392"/>
              <a:gd name="connsiteX3" fmla="*/ 636738 w 1974452"/>
              <a:gd name="connsiteY3" fmla="*/ 6868392 h 6868392"/>
              <a:gd name="connsiteX4" fmla="*/ 0 w 1974452"/>
              <a:gd name="connsiteY4" fmla="*/ 6858001 h 6868392"/>
              <a:gd name="connsiteX5" fmla="*/ 0 w 1974452"/>
              <a:gd name="connsiteY5" fmla="*/ 0 h 6868392"/>
              <a:gd name="connsiteX0" fmla="*/ 0 w 1976024"/>
              <a:gd name="connsiteY0" fmla="*/ 0 h 6868392"/>
              <a:gd name="connsiteX1" fmla="*/ 304230 w 1976024"/>
              <a:gd name="connsiteY1" fmla="*/ 10391 h 6868392"/>
              <a:gd name="connsiteX2" fmla="*/ 1974273 w 1976024"/>
              <a:gd name="connsiteY2" fmla="*/ 2223654 h 6868392"/>
              <a:gd name="connsiteX3" fmla="*/ 636738 w 1976024"/>
              <a:gd name="connsiteY3" fmla="*/ 6868392 h 6868392"/>
              <a:gd name="connsiteX4" fmla="*/ 0 w 1976024"/>
              <a:gd name="connsiteY4" fmla="*/ 6858001 h 6868392"/>
              <a:gd name="connsiteX5" fmla="*/ 0 w 1976024"/>
              <a:gd name="connsiteY5" fmla="*/ 0 h 6868392"/>
              <a:gd name="connsiteX0" fmla="*/ 0 w 1976024"/>
              <a:gd name="connsiteY0" fmla="*/ 0 h 6868392"/>
              <a:gd name="connsiteX1" fmla="*/ 304230 w 1976024"/>
              <a:gd name="connsiteY1" fmla="*/ 10391 h 6868392"/>
              <a:gd name="connsiteX2" fmla="*/ 1974273 w 1976024"/>
              <a:gd name="connsiteY2" fmla="*/ 2223654 h 6868392"/>
              <a:gd name="connsiteX3" fmla="*/ 636738 w 1976024"/>
              <a:gd name="connsiteY3" fmla="*/ 6868392 h 6868392"/>
              <a:gd name="connsiteX4" fmla="*/ 0 w 1976024"/>
              <a:gd name="connsiteY4" fmla="*/ 6858001 h 6868392"/>
              <a:gd name="connsiteX5" fmla="*/ 0 w 1976024"/>
              <a:gd name="connsiteY5" fmla="*/ 0 h 6868392"/>
              <a:gd name="connsiteX0" fmla="*/ 0 w 1981233"/>
              <a:gd name="connsiteY0" fmla="*/ 0 h 6868392"/>
              <a:gd name="connsiteX1" fmla="*/ 304230 w 1981233"/>
              <a:gd name="connsiteY1" fmla="*/ 10391 h 6868392"/>
              <a:gd name="connsiteX2" fmla="*/ 1974273 w 1981233"/>
              <a:gd name="connsiteY2" fmla="*/ 2223654 h 6868392"/>
              <a:gd name="connsiteX3" fmla="*/ 636738 w 1981233"/>
              <a:gd name="connsiteY3" fmla="*/ 6868392 h 6868392"/>
              <a:gd name="connsiteX4" fmla="*/ 0 w 1981233"/>
              <a:gd name="connsiteY4" fmla="*/ 6858001 h 6868392"/>
              <a:gd name="connsiteX5" fmla="*/ 0 w 1981233"/>
              <a:gd name="connsiteY5" fmla="*/ 0 h 6868392"/>
              <a:gd name="connsiteX0" fmla="*/ 0 w 1981233"/>
              <a:gd name="connsiteY0" fmla="*/ 0 h 6868392"/>
              <a:gd name="connsiteX1" fmla="*/ 304230 w 1981233"/>
              <a:gd name="connsiteY1" fmla="*/ 10391 h 6868392"/>
              <a:gd name="connsiteX2" fmla="*/ 1974273 w 1981233"/>
              <a:gd name="connsiteY2" fmla="*/ 2223654 h 6868392"/>
              <a:gd name="connsiteX3" fmla="*/ 636738 w 1981233"/>
              <a:gd name="connsiteY3" fmla="*/ 6868392 h 6868392"/>
              <a:gd name="connsiteX4" fmla="*/ 0 w 1981233"/>
              <a:gd name="connsiteY4" fmla="*/ 6858001 h 6868392"/>
              <a:gd name="connsiteX5" fmla="*/ 0 w 1981233"/>
              <a:gd name="connsiteY5" fmla="*/ 0 h 6868392"/>
              <a:gd name="connsiteX0" fmla="*/ 0 w 1975844"/>
              <a:gd name="connsiteY0" fmla="*/ 0 h 6868392"/>
              <a:gd name="connsiteX1" fmla="*/ 336888 w 1975844"/>
              <a:gd name="connsiteY1" fmla="*/ 0 h 6868392"/>
              <a:gd name="connsiteX2" fmla="*/ 1974273 w 1975844"/>
              <a:gd name="connsiteY2" fmla="*/ 2223654 h 6868392"/>
              <a:gd name="connsiteX3" fmla="*/ 636738 w 1975844"/>
              <a:gd name="connsiteY3" fmla="*/ 6868392 h 6868392"/>
              <a:gd name="connsiteX4" fmla="*/ 0 w 1975844"/>
              <a:gd name="connsiteY4" fmla="*/ 6858001 h 6868392"/>
              <a:gd name="connsiteX5" fmla="*/ 0 w 1975844"/>
              <a:gd name="connsiteY5" fmla="*/ 0 h 686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5844" h="6868392">
                <a:moveTo>
                  <a:pt x="0" y="0"/>
                </a:moveTo>
                <a:lnTo>
                  <a:pt x="336888" y="0"/>
                </a:lnTo>
                <a:cubicBezTo>
                  <a:pt x="629566" y="308264"/>
                  <a:pt x="1924298" y="1078922"/>
                  <a:pt x="1974273" y="2223654"/>
                </a:cubicBezTo>
                <a:cubicBezTo>
                  <a:pt x="2024248" y="3368386"/>
                  <a:pt x="867070" y="6116783"/>
                  <a:pt x="636738" y="6868392"/>
                </a:cubicBez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739145" y="296860"/>
            <a:ext cx="10614655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37755" y="1530985"/>
            <a:ext cx="10576435" cy="4688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37755" y="6356350"/>
            <a:ext cx="1640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45B970A-1A12-46D5-8B0E-08C81D74A2D6}" type="datetimeFigureOut">
              <a:rPr lang="en-US" smtClean="0"/>
              <a:pPr/>
              <a:t>02/03/2026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9397" y="6356350"/>
            <a:ext cx="72189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5880" y="6356350"/>
            <a:ext cx="7061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96E2B7-3C9A-4EA7-98A1-F88844A561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0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1" r:id="rId2"/>
    <p:sldLayoutId id="2147483681" r:id="rId3"/>
    <p:sldLayoutId id="2147483692" r:id="rId4"/>
    <p:sldLayoutId id="214748369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carnival.com/extra-free-resources-icons-and-maps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SỬ DỤNG MẪU TRÌNH BÀY</a:t>
            </a:r>
            <a:br>
              <a:rPr lang="en-US" smtClean="0"/>
            </a:br>
            <a:r>
              <a:rPr lang="en-US" smtClean="0"/>
              <a:t>SLIDE POWER POINT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Văn phòng Học viện</a:t>
            </a:r>
          </a:p>
          <a:p>
            <a:r>
              <a:rPr lang="en-US" smtClean="0"/>
              <a:t>Tháng 02 năm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9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mtClean="0"/>
              <a:t>Hướng dẫn chung</a:t>
            </a:r>
          </a:p>
          <a:p>
            <a:r>
              <a:rPr lang="en-US" smtClean="0"/>
              <a:t>Các hình ảnh thường dùng</a:t>
            </a:r>
          </a:p>
          <a:p>
            <a:r>
              <a:rPr lang="en-US" smtClean="0"/>
              <a:t>Các biểu tượng</a:t>
            </a:r>
          </a:p>
          <a:p>
            <a:r>
              <a:rPr lang="en-US" smtClean="0"/>
              <a:t>Một số mẫu nội dung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8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Hướng dẫn chung</a:t>
            </a:r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1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Thông tin về mẫu slide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Mẫu slide nhằm mục đích tạo ra các gợi ý trình bày slide sử dụng chung trong Học viện</a:t>
            </a:r>
          </a:p>
          <a:p>
            <a:r>
              <a:rPr lang="en-US" smtClean="0"/>
              <a:t>Mẫu được phát triển dựa trên bộ nhận diện thương hiệu của Học viện Hành chính và Quản trị công</a:t>
            </a:r>
          </a:p>
          <a:p>
            <a:r>
              <a:rPr lang="en-US" smtClean="0"/>
              <a:t>Để sử dụng mẫu, thầy cô tạo bản sao của file này rồi chỉnh sửa lại nội dung theo nhu cầu của mình.</a:t>
            </a:r>
          </a:p>
          <a:p>
            <a:r>
              <a:rPr lang="en-US" smtClean="0"/>
              <a:t>Mẫu gồm có</a:t>
            </a:r>
          </a:p>
          <a:p>
            <a:pPr lvl="1"/>
            <a:r>
              <a:rPr lang="en-US" smtClean="0">
                <a:solidFill>
                  <a:schemeClr val="accent6"/>
                </a:solidFill>
              </a:rPr>
              <a:t>Bảng màu </a:t>
            </a:r>
            <a:r>
              <a:rPr lang="en-US" smtClean="0"/>
              <a:t>chuẩn theo bộ nhận diện thương hiệu</a:t>
            </a:r>
          </a:p>
          <a:p>
            <a:pPr lvl="1"/>
            <a:r>
              <a:rPr lang="en-US" smtClean="0"/>
              <a:t>Các </a:t>
            </a:r>
            <a:r>
              <a:rPr lang="en-US" smtClean="0">
                <a:solidFill>
                  <a:schemeClr val="accent6"/>
                </a:solidFill>
              </a:rPr>
              <a:t>bố cục </a:t>
            </a:r>
            <a:r>
              <a:rPr lang="en-US" smtClean="0"/>
              <a:t>(“Layout”) chuẩn cho slide</a:t>
            </a:r>
          </a:p>
          <a:p>
            <a:pPr lvl="1"/>
            <a:r>
              <a:rPr lang="en-US" smtClean="0"/>
              <a:t>Các </a:t>
            </a:r>
            <a:r>
              <a:rPr lang="en-US" smtClean="0">
                <a:solidFill>
                  <a:schemeClr val="accent6"/>
                </a:solidFill>
              </a:rPr>
              <a:t>biểu tượng</a:t>
            </a:r>
            <a:r>
              <a:rPr lang="en-US" smtClean="0"/>
              <a:t> (“Icon”) thường sử dụng</a:t>
            </a:r>
          </a:p>
          <a:p>
            <a:pPr lvl="1"/>
            <a:r>
              <a:rPr lang="en-US" smtClean="0"/>
              <a:t>Các </a:t>
            </a:r>
            <a:r>
              <a:rPr lang="en-US" smtClean="0">
                <a:solidFill>
                  <a:schemeClr val="accent6"/>
                </a:solidFill>
              </a:rPr>
              <a:t>đồ họa </a:t>
            </a:r>
            <a:r>
              <a:rPr lang="en-US" smtClean="0"/>
              <a:t>khác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3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Bảng màu chuẩn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353136" y="1466851"/>
            <a:ext cx="4828463" cy="717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smtClean="0"/>
              <a:t>Màu theo quy chuẩn </a:t>
            </a:r>
            <a:r>
              <a:rPr lang="en-US" sz="2000" smtClean="0">
                <a:solidFill>
                  <a:schemeClr val="accent6"/>
                </a:solidFill>
              </a:rPr>
              <a:t>bộ nhận diện thương hiệu</a:t>
            </a:r>
            <a:endParaRPr lang="en-US" sz="2000">
              <a:solidFill>
                <a:schemeClr val="accent6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36" y="2354617"/>
            <a:ext cx="4828463" cy="3183602"/>
          </a:xfrm>
          <a:prstGeom prst="rect">
            <a:avLst/>
          </a:prstGeom>
        </p:spPr>
      </p:pic>
      <p:sp>
        <p:nvSpPr>
          <p:cNvPr id="22" name="Content Placeholder 16"/>
          <p:cNvSpPr txBox="1">
            <a:spLocks/>
          </p:cNvSpPr>
          <p:nvPr/>
        </p:nvSpPr>
        <p:spPr>
          <a:xfrm>
            <a:off x="5599839" y="1466851"/>
            <a:ext cx="4828463" cy="71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smtClean="0"/>
              <a:t>Trong slide, các màu chuẩn được thể hiện trong </a:t>
            </a:r>
            <a:r>
              <a:rPr lang="en-US" sz="2000" smtClean="0">
                <a:solidFill>
                  <a:schemeClr val="accent6"/>
                </a:solidFill>
              </a:rPr>
              <a:t>dòng đầu tiên của bảng màu</a:t>
            </a:r>
            <a:r>
              <a:rPr lang="en-US" sz="2000" smtClean="0"/>
              <a:t>.</a:t>
            </a:r>
            <a:endParaRPr lang="en-US" sz="200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137" y="2324099"/>
            <a:ext cx="4945864" cy="321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4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“Layout” (Bố cục)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Slide mẫu này cung cấp </a:t>
            </a:r>
            <a:r>
              <a:rPr lang="en-US" smtClean="0">
                <a:solidFill>
                  <a:schemeClr val="accent6"/>
                </a:solidFill>
              </a:rPr>
              <a:t>nhiều “Layout” </a:t>
            </a:r>
            <a:r>
              <a:rPr lang="en-US" smtClean="0"/>
              <a:t>với màu sắc, bố cục khác nhau</a:t>
            </a:r>
          </a:p>
          <a:p>
            <a:r>
              <a:rPr lang="en-US" smtClean="0"/>
              <a:t>Để chọn “Layout”: Tạo mới slide rồi chọn </a:t>
            </a:r>
            <a:r>
              <a:rPr lang="en-US" smtClean="0">
                <a:solidFill>
                  <a:schemeClr val="accent6"/>
                </a:solidFill>
              </a:rPr>
              <a:t>Home -&gt; Layout </a:t>
            </a:r>
            <a:r>
              <a:rPr lang="en-US" smtClean="0"/>
              <a:t>(như hình bên)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365" y="1466850"/>
            <a:ext cx="4379398" cy="520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0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Hình ảnh thường dùng</a:t>
            </a:r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Logo APAG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1" y="1493042"/>
            <a:ext cx="2867028" cy="102870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71" y="4531978"/>
            <a:ext cx="4245430" cy="1028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71" y="2702716"/>
            <a:ext cx="2867025" cy="16482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937" y="4531979"/>
            <a:ext cx="4394602" cy="10286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005" y="2702715"/>
            <a:ext cx="2567861" cy="164828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519329" y="1488471"/>
            <a:ext cx="2871216" cy="1033272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75" y="1493505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7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/>
              <a:t>Logo APAG theo Phân hiệu tại T.P Hồ Chí Minh</a:t>
            </a:r>
            <a:endParaRPr lang="en-US" sz="36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62" y="3471861"/>
            <a:ext cx="3943350" cy="15716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7" y="3690935"/>
            <a:ext cx="6219825" cy="1133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87" y="1431129"/>
            <a:ext cx="3771900" cy="1685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237" y="1740691"/>
            <a:ext cx="57531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7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Logo APAG theo Phân hiệu tại TP. Đà Nẵng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747837"/>
            <a:ext cx="3495675" cy="17621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1" y="3943350"/>
            <a:ext cx="3952875" cy="1771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25" y="1747837"/>
            <a:ext cx="5953125" cy="1123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525" y="3943350"/>
            <a:ext cx="63150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3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mtClean="0"/>
              <a:t>Logo APAG theo Phân hiệu tại tỉnh Đắk Lắk</a:t>
            </a:r>
            <a:endParaRPr lang="en-US" sz="4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609725"/>
            <a:ext cx="3409950" cy="1638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667125"/>
            <a:ext cx="3943350" cy="1714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412" y="1909762"/>
            <a:ext cx="5800725" cy="1038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412" y="3995737"/>
            <a:ext cx="62103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2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Các biểu tượng</a:t>
            </a: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0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3987935" y="1476952"/>
            <a:ext cx="356234" cy="147479"/>
            <a:chOff x="660083" y="4937919"/>
            <a:chExt cx="356234" cy="147479"/>
          </a:xfrm>
        </p:grpSpPr>
        <p:sp>
          <p:nvSpPr>
            <p:cNvPr id="80" name="Freeform 79"/>
            <p:cNvSpPr/>
            <p:nvPr userDrawn="1"/>
          </p:nvSpPr>
          <p:spPr>
            <a:xfrm>
              <a:off x="660083" y="4937919"/>
              <a:ext cx="182880" cy="45720"/>
            </a:xfrm>
            <a:custGeom>
              <a:avLst/>
              <a:gdLst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4739640 w 4739640"/>
                <a:gd name="connsiteY2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9640" h="1188720">
                  <a:moveTo>
                    <a:pt x="0" y="0"/>
                  </a:moveTo>
                  <a:lnTo>
                    <a:pt x="2148840" y="0"/>
                  </a:lnTo>
                  <a:cubicBezTo>
                    <a:pt x="2782570" y="46990"/>
                    <a:pt x="3218180" y="190500"/>
                    <a:pt x="3649980" y="388620"/>
                  </a:cubicBezTo>
                  <a:cubicBezTo>
                    <a:pt x="4081780" y="586740"/>
                    <a:pt x="4480560" y="932180"/>
                    <a:pt x="4739640" y="1188720"/>
                  </a:cubicBezTo>
                </a:path>
              </a:pathLst>
            </a:cu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81" name="Freeform 80"/>
            <p:cNvSpPr/>
            <p:nvPr userDrawn="1"/>
          </p:nvSpPr>
          <p:spPr>
            <a:xfrm>
              <a:off x="660083" y="4988243"/>
              <a:ext cx="182880" cy="45720"/>
            </a:xfrm>
            <a:custGeom>
              <a:avLst/>
              <a:gdLst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4739640 w 4739640"/>
                <a:gd name="connsiteY2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9640" h="1188720">
                  <a:moveTo>
                    <a:pt x="0" y="0"/>
                  </a:moveTo>
                  <a:lnTo>
                    <a:pt x="2148840" y="0"/>
                  </a:lnTo>
                  <a:cubicBezTo>
                    <a:pt x="2782570" y="46990"/>
                    <a:pt x="3218180" y="190500"/>
                    <a:pt x="3649980" y="388620"/>
                  </a:cubicBezTo>
                  <a:cubicBezTo>
                    <a:pt x="4081780" y="586740"/>
                    <a:pt x="4480560" y="932180"/>
                    <a:pt x="4739640" y="1188720"/>
                  </a:cubicBezTo>
                </a:path>
              </a:pathLst>
            </a:cu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82" name="Freeform 81"/>
            <p:cNvSpPr/>
            <p:nvPr userDrawn="1"/>
          </p:nvSpPr>
          <p:spPr>
            <a:xfrm>
              <a:off x="660083" y="5039678"/>
              <a:ext cx="182880" cy="45720"/>
            </a:xfrm>
            <a:custGeom>
              <a:avLst/>
              <a:gdLst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4739640 w 4739640"/>
                <a:gd name="connsiteY2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9640" h="1188720">
                  <a:moveTo>
                    <a:pt x="0" y="0"/>
                  </a:moveTo>
                  <a:lnTo>
                    <a:pt x="2148840" y="0"/>
                  </a:lnTo>
                  <a:cubicBezTo>
                    <a:pt x="2782570" y="46990"/>
                    <a:pt x="3218180" y="190500"/>
                    <a:pt x="3649980" y="388620"/>
                  </a:cubicBezTo>
                  <a:cubicBezTo>
                    <a:pt x="4081780" y="586740"/>
                    <a:pt x="4480560" y="932180"/>
                    <a:pt x="4739640" y="1188720"/>
                  </a:cubicBezTo>
                </a:path>
              </a:pathLst>
            </a:cu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83" name="Freeform 82"/>
            <p:cNvSpPr/>
            <p:nvPr userDrawn="1"/>
          </p:nvSpPr>
          <p:spPr>
            <a:xfrm flipH="1">
              <a:off x="833437" y="4937919"/>
              <a:ext cx="182880" cy="45720"/>
            </a:xfrm>
            <a:custGeom>
              <a:avLst/>
              <a:gdLst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4739640 w 4739640"/>
                <a:gd name="connsiteY2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9640" h="1188720">
                  <a:moveTo>
                    <a:pt x="0" y="0"/>
                  </a:moveTo>
                  <a:lnTo>
                    <a:pt x="2148840" y="0"/>
                  </a:lnTo>
                  <a:cubicBezTo>
                    <a:pt x="2782570" y="46990"/>
                    <a:pt x="3218180" y="190500"/>
                    <a:pt x="3649980" y="388620"/>
                  </a:cubicBezTo>
                  <a:cubicBezTo>
                    <a:pt x="4081780" y="586740"/>
                    <a:pt x="4480560" y="932180"/>
                    <a:pt x="4739640" y="1188720"/>
                  </a:cubicBezTo>
                </a:path>
              </a:pathLst>
            </a:cu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84" name="Freeform 83"/>
            <p:cNvSpPr/>
            <p:nvPr userDrawn="1"/>
          </p:nvSpPr>
          <p:spPr>
            <a:xfrm flipH="1">
              <a:off x="833437" y="4988243"/>
              <a:ext cx="182880" cy="45720"/>
            </a:xfrm>
            <a:custGeom>
              <a:avLst/>
              <a:gdLst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4739640 w 4739640"/>
                <a:gd name="connsiteY2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9640" h="1188720">
                  <a:moveTo>
                    <a:pt x="0" y="0"/>
                  </a:moveTo>
                  <a:lnTo>
                    <a:pt x="2148840" y="0"/>
                  </a:lnTo>
                  <a:cubicBezTo>
                    <a:pt x="2782570" y="46990"/>
                    <a:pt x="3218180" y="190500"/>
                    <a:pt x="3649980" y="388620"/>
                  </a:cubicBezTo>
                  <a:cubicBezTo>
                    <a:pt x="4081780" y="586740"/>
                    <a:pt x="4480560" y="932180"/>
                    <a:pt x="4739640" y="1188720"/>
                  </a:cubicBezTo>
                </a:path>
              </a:pathLst>
            </a:cu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85" name="Freeform 84"/>
            <p:cNvSpPr/>
            <p:nvPr userDrawn="1"/>
          </p:nvSpPr>
          <p:spPr>
            <a:xfrm flipH="1">
              <a:off x="833437" y="5039678"/>
              <a:ext cx="182880" cy="45720"/>
            </a:xfrm>
            <a:custGeom>
              <a:avLst/>
              <a:gdLst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4739640 w 4739640"/>
                <a:gd name="connsiteY2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528060 w 4739640"/>
                <a:gd name="connsiteY2" fmla="*/ 64770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  <a:gd name="connsiteX0" fmla="*/ 0 w 4739640"/>
                <a:gd name="connsiteY0" fmla="*/ 0 h 1188720"/>
                <a:gd name="connsiteX1" fmla="*/ 2148840 w 4739640"/>
                <a:gd name="connsiteY1" fmla="*/ 0 h 1188720"/>
                <a:gd name="connsiteX2" fmla="*/ 3649980 w 4739640"/>
                <a:gd name="connsiteY2" fmla="*/ 388620 h 1188720"/>
                <a:gd name="connsiteX3" fmla="*/ 4739640 w 4739640"/>
                <a:gd name="connsiteY3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9640" h="1188720">
                  <a:moveTo>
                    <a:pt x="0" y="0"/>
                  </a:moveTo>
                  <a:lnTo>
                    <a:pt x="2148840" y="0"/>
                  </a:lnTo>
                  <a:cubicBezTo>
                    <a:pt x="2782570" y="46990"/>
                    <a:pt x="3218180" y="190500"/>
                    <a:pt x="3649980" y="388620"/>
                  </a:cubicBezTo>
                  <a:cubicBezTo>
                    <a:pt x="4081780" y="586740"/>
                    <a:pt x="4480560" y="932180"/>
                    <a:pt x="4739640" y="1188720"/>
                  </a:cubicBezTo>
                </a:path>
              </a:pathLst>
            </a:cu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116" name="Google Shape;729;p50"/>
          <p:cNvGrpSpPr/>
          <p:nvPr/>
        </p:nvGrpSpPr>
        <p:grpSpPr>
          <a:xfrm>
            <a:off x="4002018" y="1778785"/>
            <a:ext cx="342903" cy="447293"/>
            <a:chOff x="590250" y="244200"/>
            <a:chExt cx="407975" cy="532175"/>
          </a:xfrm>
        </p:grpSpPr>
        <p:sp>
          <p:nvSpPr>
            <p:cNvPr id="117" name="Google Shape;730;p50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731;p50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732;p50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733;p50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734;p50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735;p50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736;p50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737;p50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738;p50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739;p50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740;p50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741;p50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742;p50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743;p50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744;p50"/>
          <p:cNvGrpSpPr/>
          <p:nvPr/>
        </p:nvGrpSpPr>
        <p:grpSpPr>
          <a:xfrm>
            <a:off x="4554710" y="1844807"/>
            <a:ext cx="372594" cy="310144"/>
            <a:chOff x="1247825" y="322750"/>
            <a:chExt cx="443300" cy="369000"/>
          </a:xfrm>
        </p:grpSpPr>
        <p:sp>
          <p:nvSpPr>
            <p:cNvPr id="132" name="Google Shape;745;p50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746;p50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747;p50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748;p50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749;p50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750;p50"/>
          <p:cNvGrpSpPr/>
          <p:nvPr/>
        </p:nvGrpSpPr>
        <p:grpSpPr>
          <a:xfrm>
            <a:off x="5127889" y="1843273"/>
            <a:ext cx="356204" cy="313212"/>
            <a:chOff x="1929775" y="320925"/>
            <a:chExt cx="423800" cy="372650"/>
          </a:xfrm>
        </p:grpSpPr>
        <p:sp>
          <p:nvSpPr>
            <p:cNvPr id="138" name="Google Shape;751;p50"/>
            <p:cNvSpPr/>
            <p:nvPr/>
          </p:nvSpPr>
          <p:spPr>
            <a:xfrm>
              <a:off x="1929775" y="320925"/>
              <a:ext cx="423800" cy="372650"/>
            </a:xfrm>
            <a:custGeom>
              <a:avLst/>
              <a:gdLst/>
              <a:ahLst/>
              <a:cxnLst/>
              <a:rect l="l" t="t" r="r" b="b"/>
              <a:pathLst>
                <a:path w="16952" h="14906" fill="none" extrusionOk="0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752;p50"/>
            <p:cNvSpPr/>
            <p:nvPr/>
          </p:nvSpPr>
          <p:spPr>
            <a:xfrm>
              <a:off x="1954125" y="345275"/>
              <a:ext cx="375100" cy="323950"/>
            </a:xfrm>
            <a:custGeom>
              <a:avLst/>
              <a:gdLst/>
              <a:ahLst/>
              <a:cxnLst/>
              <a:rect l="l" t="t" r="r" b="b"/>
              <a:pathLst>
                <a:path w="15004" h="12958" fill="none" extrusionOk="0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753;p50"/>
            <p:cNvSpPr/>
            <p:nvPr/>
          </p:nvSpPr>
          <p:spPr>
            <a:xfrm>
              <a:off x="2162375" y="534625"/>
              <a:ext cx="146750" cy="113275"/>
            </a:xfrm>
            <a:custGeom>
              <a:avLst/>
              <a:gdLst/>
              <a:ahLst/>
              <a:cxnLst/>
              <a:rect l="l" t="t" r="r" b="b"/>
              <a:pathLst>
                <a:path w="5870" h="4531" fill="none" extrusionOk="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754;p50"/>
            <p:cNvSpPr/>
            <p:nvPr/>
          </p:nvSpPr>
          <p:spPr>
            <a:xfrm>
              <a:off x="1974225" y="468875"/>
              <a:ext cx="232600" cy="179025"/>
            </a:xfrm>
            <a:custGeom>
              <a:avLst/>
              <a:gdLst/>
              <a:ahLst/>
              <a:cxnLst/>
              <a:rect l="l" t="t" r="r" b="b"/>
              <a:pathLst>
                <a:path w="9304" h="7161" fill="none" extrusionOk="0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755;p50"/>
            <p:cNvSpPr/>
            <p:nvPr/>
          </p:nvSpPr>
          <p:spPr>
            <a:xfrm>
              <a:off x="2169675" y="396425"/>
              <a:ext cx="97450" cy="97450"/>
            </a:xfrm>
            <a:custGeom>
              <a:avLst/>
              <a:gdLst/>
              <a:ahLst/>
              <a:cxnLst/>
              <a:rect l="l" t="t" r="r" b="b"/>
              <a:pathLst>
                <a:path w="3898" h="3898" fill="none" extrusionOk="0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756;p50"/>
          <p:cNvSpPr/>
          <p:nvPr/>
        </p:nvSpPr>
        <p:spPr>
          <a:xfrm>
            <a:off x="5725191" y="1832020"/>
            <a:ext cx="291717" cy="335738"/>
          </a:xfrm>
          <a:custGeom>
            <a:avLst/>
            <a:gdLst/>
            <a:ahLst/>
            <a:cxnLst/>
            <a:rect l="l" t="t" r="r" b="b"/>
            <a:pathLst>
              <a:path w="13883" h="15978" fill="none" extrusionOk="0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757;p50"/>
          <p:cNvSpPr/>
          <p:nvPr/>
        </p:nvSpPr>
        <p:spPr>
          <a:xfrm>
            <a:off x="6310159" y="1833050"/>
            <a:ext cx="251793" cy="333678"/>
          </a:xfrm>
          <a:custGeom>
            <a:avLst/>
            <a:gdLst/>
            <a:ahLst/>
            <a:cxnLst/>
            <a:rect l="l" t="t" r="r" b="b"/>
            <a:pathLst>
              <a:path w="11983" h="15880" fill="none" extrusionOk="0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w="12175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758;p50"/>
          <p:cNvGrpSpPr/>
          <p:nvPr/>
        </p:nvGrpSpPr>
        <p:grpSpPr>
          <a:xfrm>
            <a:off x="7397533" y="1807951"/>
            <a:ext cx="336767" cy="383835"/>
            <a:chOff x="4630125" y="278900"/>
            <a:chExt cx="400675" cy="456675"/>
          </a:xfrm>
        </p:grpSpPr>
        <p:sp>
          <p:nvSpPr>
            <p:cNvPr id="146" name="Google Shape;759;p50"/>
            <p:cNvSpPr/>
            <p:nvPr/>
          </p:nvSpPr>
          <p:spPr>
            <a:xfrm>
              <a:off x="4659350" y="3288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760;p50"/>
            <p:cNvSpPr/>
            <p:nvPr/>
          </p:nvSpPr>
          <p:spPr>
            <a:xfrm>
              <a:off x="4630125" y="4524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761;p50"/>
            <p:cNvSpPr/>
            <p:nvPr/>
          </p:nvSpPr>
          <p:spPr>
            <a:xfrm>
              <a:off x="4808525" y="278900"/>
              <a:ext cx="43875" cy="49950"/>
            </a:xfrm>
            <a:custGeom>
              <a:avLst/>
              <a:gdLst/>
              <a:ahLst/>
              <a:cxnLst/>
              <a:rect l="l" t="t" r="r" b="b"/>
              <a:pathLst>
                <a:path w="1755" h="1998" fill="none" extrusionOk="0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62;p50"/>
            <p:cNvSpPr/>
            <p:nvPr/>
          </p:nvSpPr>
          <p:spPr>
            <a:xfrm>
              <a:off x="4808525" y="549250"/>
              <a:ext cx="43875" cy="186325"/>
            </a:xfrm>
            <a:custGeom>
              <a:avLst/>
              <a:gdLst/>
              <a:ahLst/>
              <a:cxnLst/>
              <a:rect l="l" t="t" r="r" b="b"/>
              <a:pathLst>
                <a:path w="1755" h="7453" fill="none" extrusionOk="0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763;p50"/>
          <p:cNvSpPr/>
          <p:nvPr/>
        </p:nvSpPr>
        <p:spPr>
          <a:xfrm>
            <a:off x="7938122" y="1831516"/>
            <a:ext cx="385895" cy="336746"/>
          </a:xfrm>
          <a:custGeom>
            <a:avLst/>
            <a:gdLst/>
            <a:ahLst/>
            <a:cxnLst/>
            <a:rect l="l" t="t" r="r" b="b"/>
            <a:pathLst>
              <a:path w="18365" h="16026" fill="none" extrusionOk="0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764;p50"/>
          <p:cNvGrpSpPr/>
          <p:nvPr/>
        </p:nvGrpSpPr>
        <p:grpSpPr>
          <a:xfrm>
            <a:off x="4007145" y="2354507"/>
            <a:ext cx="342882" cy="418128"/>
            <a:chOff x="596350" y="929175"/>
            <a:chExt cx="407950" cy="497475"/>
          </a:xfrm>
        </p:grpSpPr>
        <p:sp>
          <p:nvSpPr>
            <p:cNvPr id="152" name="Google Shape;765;p50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66;p50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67;p50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68;p50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69;p50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70;p50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71;p50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" name="Google Shape;772;p50"/>
          <p:cNvGrpSpPr/>
          <p:nvPr/>
        </p:nvGrpSpPr>
        <p:grpSpPr>
          <a:xfrm>
            <a:off x="5131461" y="2415422"/>
            <a:ext cx="349060" cy="298882"/>
            <a:chOff x="1934025" y="1001650"/>
            <a:chExt cx="415300" cy="355600"/>
          </a:xfrm>
        </p:grpSpPr>
        <p:sp>
          <p:nvSpPr>
            <p:cNvPr id="160" name="Google Shape;773;p50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127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74;p50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127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75;p50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76;p50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777;p50"/>
          <p:cNvSpPr/>
          <p:nvPr/>
        </p:nvSpPr>
        <p:spPr>
          <a:xfrm>
            <a:off x="5695520" y="2390364"/>
            <a:ext cx="351077" cy="349039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778;p50"/>
          <p:cNvSpPr/>
          <p:nvPr/>
        </p:nvSpPr>
        <p:spPr>
          <a:xfrm>
            <a:off x="6261030" y="2407763"/>
            <a:ext cx="350068" cy="314242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779;p50"/>
          <p:cNvSpPr/>
          <p:nvPr/>
        </p:nvSpPr>
        <p:spPr>
          <a:xfrm>
            <a:off x="6831142" y="2410327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780;p50"/>
          <p:cNvSpPr/>
          <p:nvPr/>
        </p:nvSpPr>
        <p:spPr>
          <a:xfrm>
            <a:off x="7407410" y="2413395"/>
            <a:ext cx="317310" cy="30297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781;p50"/>
          <p:cNvGrpSpPr/>
          <p:nvPr/>
        </p:nvGrpSpPr>
        <p:grpSpPr>
          <a:xfrm>
            <a:off x="7955856" y="2392897"/>
            <a:ext cx="350068" cy="350573"/>
            <a:chOff x="5294400" y="974850"/>
            <a:chExt cx="416500" cy="417100"/>
          </a:xfrm>
        </p:grpSpPr>
        <p:sp>
          <p:nvSpPr>
            <p:cNvPr id="169" name="Google Shape;782;p50"/>
            <p:cNvSpPr/>
            <p:nvPr/>
          </p:nvSpPr>
          <p:spPr>
            <a:xfrm>
              <a:off x="5325450" y="997975"/>
              <a:ext cx="151650" cy="154700"/>
            </a:xfrm>
            <a:custGeom>
              <a:avLst/>
              <a:gdLst/>
              <a:ahLst/>
              <a:cxnLst/>
              <a:rect l="l" t="t" r="r" b="b"/>
              <a:pathLst>
                <a:path w="6066" h="6188" fill="none" extrusionOk="0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83;p50"/>
            <p:cNvSpPr/>
            <p:nvPr/>
          </p:nvSpPr>
          <p:spPr>
            <a:xfrm>
              <a:off x="5294400" y="974850"/>
              <a:ext cx="416500" cy="417100"/>
            </a:xfrm>
            <a:custGeom>
              <a:avLst/>
              <a:gdLst/>
              <a:ahLst/>
              <a:cxnLst/>
              <a:rect l="l" t="t" r="r" b="b"/>
              <a:pathLst>
                <a:path w="16660" h="16684" fill="none" extrusionOk="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784;p50"/>
          <p:cNvGrpSpPr/>
          <p:nvPr/>
        </p:nvGrpSpPr>
        <p:grpSpPr>
          <a:xfrm>
            <a:off x="8478878" y="2353498"/>
            <a:ext cx="433992" cy="422729"/>
            <a:chOff x="5916675" y="927975"/>
            <a:chExt cx="516350" cy="502950"/>
          </a:xfrm>
        </p:grpSpPr>
        <p:sp>
          <p:nvSpPr>
            <p:cNvPr id="172" name="Google Shape;785;p50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86;p50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787;p50"/>
          <p:cNvGrpSpPr/>
          <p:nvPr/>
        </p:nvGrpSpPr>
        <p:grpSpPr>
          <a:xfrm>
            <a:off x="3980522" y="3002911"/>
            <a:ext cx="391001" cy="264085"/>
            <a:chOff x="564675" y="1700625"/>
            <a:chExt cx="465200" cy="314200"/>
          </a:xfrm>
        </p:grpSpPr>
        <p:sp>
          <p:nvSpPr>
            <p:cNvPr id="175" name="Google Shape;788;p50"/>
            <p:cNvSpPr/>
            <p:nvPr/>
          </p:nvSpPr>
          <p:spPr>
            <a:xfrm>
              <a:off x="564675" y="1700625"/>
              <a:ext cx="465200" cy="29250"/>
            </a:xfrm>
            <a:custGeom>
              <a:avLst/>
              <a:gdLst/>
              <a:ahLst/>
              <a:cxnLst/>
              <a:rect l="l" t="t" r="r" b="b"/>
              <a:pathLst>
                <a:path w="18608" h="1170" fill="none" extrusionOk="0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89;p50"/>
            <p:cNvSpPr/>
            <p:nvPr/>
          </p:nvSpPr>
          <p:spPr>
            <a:xfrm>
              <a:off x="564675" y="1732300"/>
              <a:ext cx="465200" cy="272175"/>
            </a:xfrm>
            <a:custGeom>
              <a:avLst/>
              <a:gdLst/>
              <a:ahLst/>
              <a:cxnLst/>
              <a:rect l="l" t="t" r="r" b="b"/>
              <a:pathLst>
                <a:path w="18608" h="10887" fill="none" extrusionOk="0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90;p50"/>
            <p:cNvSpPr/>
            <p:nvPr/>
          </p:nvSpPr>
          <p:spPr>
            <a:xfrm>
              <a:off x="572600" y="201420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791;p50"/>
          <p:cNvGrpSpPr/>
          <p:nvPr/>
        </p:nvGrpSpPr>
        <p:grpSpPr>
          <a:xfrm>
            <a:off x="4545506" y="2938423"/>
            <a:ext cx="391001" cy="382827"/>
            <a:chOff x="1236875" y="1623900"/>
            <a:chExt cx="465200" cy="455475"/>
          </a:xfrm>
        </p:grpSpPr>
        <p:sp>
          <p:nvSpPr>
            <p:cNvPr id="179" name="Google Shape;792;p50"/>
            <p:cNvSpPr/>
            <p:nvPr/>
          </p:nvSpPr>
          <p:spPr>
            <a:xfrm>
              <a:off x="1236875" y="1623900"/>
              <a:ext cx="465200" cy="445125"/>
            </a:xfrm>
            <a:custGeom>
              <a:avLst/>
              <a:gdLst/>
              <a:ahLst/>
              <a:cxnLst/>
              <a:rect l="l" t="t" r="r" b="b"/>
              <a:pathLst>
                <a:path w="18608" h="17805" fill="none" extrusionOk="0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93;p50"/>
            <p:cNvSpPr/>
            <p:nvPr/>
          </p:nvSpPr>
          <p:spPr>
            <a:xfrm>
              <a:off x="1244800" y="207875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94;p50"/>
            <p:cNvSpPr/>
            <p:nvPr/>
          </p:nvSpPr>
          <p:spPr>
            <a:xfrm>
              <a:off x="1236875" y="1791950"/>
              <a:ext cx="465200" cy="171725"/>
            </a:xfrm>
            <a:custGeom>
              <a:avLst/>
              <a:gdLst/>
              <a:ahLst/>
              <a:cxnLst/>
              <a:rect l="l" t="t" r="r" b="b"/>
              <a:pathLst>
                <a:path w="18608" h="6869" fill="none" extrusionOk="0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95;p50"/>
            <p:cNvSpPr/>
            <p:nvPr/>
          </p:nvSpPr>
          <p:spPr>
            <a:xfrm>
              <a:off x="1330025" y="1750550"/>
              <a:ext cx="278900" cy="110850"/>
            </a:xfrm>
            <a:custGeom>
              <a:avLst/>
              <a:gdLst/>
              <a:ahLst/>
              <a:cxnLst/>
              <a:rect l="l" t="t" r="r" b="b"/>
              <a:pathLst>
                <a:path w="11156" h="4434" fill="none" extrusionOk="0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96;p50"/>
            <p:cNvSpPr/>
            <p:nvPr/>
          </p:nvSpPr>
          <p:spPr>
            <a:xfrm>
              <a:off x="1402500" y="18102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97;p50"/>
            <p:cNvSpPr/>
            <p:nvPr/>
          </p:nvSpPr>
          <p:spPr>
            <a:xfrm>
              <a:off x="1402500" y="18443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98;p50"/>
            <p:cNvSpPr/>
            <p:nvPr/>
          </p:nvSpPr>
          <p:spPr>
            <a:xfrm>
              <a:off x="1402500" y="1878425"/>
              <a:ext cx="85250" cy="25"/>
            </a:xfrm>
            <a:custGeom>
              <a:avLst/>
              <a:gdLst/>
              <a:ahLst/>
              <a:cxnLst/>
              <a:rect l="l" t="t" r="r" b="b"/>
              <a:pathLst>
                <a:path w="3410" h="1" fill="none" extrusionOk="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799;p50"/>
          <p:cNvGrpSpPr/>
          <p:nvPr/>
        </p:nvGrpSpPr>
        <p:grpSpPr>
          <a:xfrm>
            <a:off x="5122761" y="2946618"/>
            <a:ext cx="366458" cy="366437"/>
            <a:chOff x="1923675" y="1633650"/>
            <a:chExt cx="436000" cy="435975"/>
          </a:xfrm>
        </p:grpSpPr>
        <p:sp>
          <p:nvSpPr>
            <p:cNvPr id="187" name="Google Shape;800;p50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801;p50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802;p50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803;p50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804;p50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805;p50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806;p50"/>
          <p:cNvGrpSpPr/>
          <p:nvPr/>
        </p:nvGrpSpPr>
        <p:grpSpPr>
          <a:xfrm>
            <a:off x="5686212" y="2945084"/>
            <a:ext cx="369505" cy="369505"/>
            <a:chOff x="2594050" y="1631825"/>
            <a:chExt cx="439625" cy="439625"/>
          </a:xfrm>
        </p:grpSpPr>
        <p:sp>
          <p:nvSpPr>
            <p:cNvPr id="194" name="Google Shape;807;p5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808;p5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809;p5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810;p50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811;p50"/>
          <p:cNvSpPr/>
          <p:nvPr/>
        </p:nvSpPr>
        <p:spPr>
          <a:xfrm>
            <a:off x="6267670" y="2961506"/>
            <a:ext cx="336767" cy="336767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812;p50"/>
          <p:cNvGrpSpPr/>
          <p:nvPr/>
        </p:nvGrpSpPr>
        <p:grpSpPr>
          <a:xfrm>
            <a:off x="6850977" y="2917453"/>
            <a:ext cx="299911" cy="424768"/>
            <a:chOff x="3979850" y="1598950"/>
            <a:chExt cx="356825" cy="505375"/>
          </a:xfrm>
        </p:grpSpPr>
        <p:sp>
          <p:nvSpPr>
            <p:cNvPr id="200" name="Google Shape;813;p50"/>
            <p:cNvSpPr/>
            <p:nvPr/>
          </p:nvSpPr>
          <p:spPr>
            <a:xfrm>
              <a:off x="3979850" y="1602600"/>
              <a:ext cx="44475" cy="501725"/>
            </a:xfrm>
            <a:custGeom>
              <a:avLst/>
              <a:gdLst/>
              <a:ahLst/>
              <a:cxnLst/>
              <a:rect l="l" t="t" r="r" b="b"/>
              <a:pathLst>
                <a:path w="1779" h="20069" fill="none" extrusionOk="0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814;p50"/>
            <p:cNvSpPr/>
            <p:nvPr/>
          </p:nvSpPr>
          <p:spPr>
            <a:xfrm>
              <a:off x="4037075" y="1598950"/>
              <a:ext cx="299600" cy="228950"/>
            </a:xfrm>
            <a:custGeom>
              <a:avLst/>
              <a:gdLst/>
              <a:ahLst/>
              <a:cxnLst/>
              <a:rect l="l" t="t" r="r" b="b"/>
              <a:pathLst>
                <a:path w="11984" h="9158" fill="none" extrusionOk="0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815;p50"/>
          <p:cNvGrpSpPr/>
          <p:nvPr/>
        </p:nvGrpSpPr>
        <p:grpSpPr>
          <a:xfrm>
            <a:off x="7368367" y="3008542"/>
            <a:ext cx="395098" cy="242589"/>
            <a:chOff x="4595425" y="1707325"/>
            <a:chExt cx="470075" cy="288625"/>
          </a:xfrm>
        </p:grpSpPr>
        <p:sp>
          <p:nvSpPr>
            <p:cNvPr id="203" name="Google Shape;816;p50"/>
            <p:cNvSpPr/>
            <p:nvPr/>
          </p:nvSpPr>
          <p:spPr>
            <a:xfrm>
              <a:off x="4809750" y="17073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817;p50"/>
            <p:cNvSpPr/>
            <p:nvPr/>
          </p:nvSpPr>
          <p:spPr>
            <a:xfrm>
              <a:off x="502407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818;p50"/>
            <p:cNvSpPr/>
            <p:nvPr/>
          </p:nvSpPr>
          <p:spPr>
            <a:xfrm>
              <a:off x="4628900" y="1760300"/>
              <a:ext cx="403100" cy="177825"/>
            </a:xfrm>
            <a:custGeom>
              <a:avLst/>
              <a:gdLst/>
              <a:ahLst/>
              <a:cxnLst/>
              <a:rect l="l" t="t" r="r" b="b"/>
              <a:pathLst>
                <a:path w="16124" h="7113" fill="none" extrusionOk="0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819;p50"/>
            <p:cNvSpPr/>
            <p:nvPr/>
          </p:nvSpPr>
          <p:spPr>
            <a:xfrm>
              <a:off x="459542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820;p50"/>
            <p:cNvSpPr/>
            <p:nvPr/>
          </p:nvSpPr>
          <p:spPr>
            <a:xfrm>
              <a:off x="4667275" y="1951475"/>
              <a:ext cx="326375" cy="44475"/>
            </a:xfrm>
            <a:custGeom>
              <a:avLst/>
              <a:gdLst/>
              <a:ahLst/>
              <a:cxnLst/>
              <a:rect l="l" t="t" r="r" b="b"/>
              <a:pathLst>
                <a:path w="13055" h="1779" fill="none" extrusionOk="0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821;p50"/>
          <p:cNvGrpSpPr/>
          <p:nvPr/>
        </p:nvGrpSpPr>
        <p:grpSpPr>
          <a:xfrm>
            <a:off x="7952284" y="2949182"/>
            <a:ext cx="357234" cy="361310"/>
            <a:chOff x="5290150" y="1636700"/>
            <a:chExt cx="425025" cy="429875"/>
          </a:xfrm>
        </p:grpSpPr>
        <p:sp>
          <p:nvSpPr>
            <p:cNvPr id="209" name="Google Shape;822;p50"/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l" t="t" r="r" b="b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823;p50"/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l" t="t" r="r" b="b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824;p50"/>
          <p:cNvGrpSpPr/>
          <p:nvPr/>
        </p:nvGrpSpPr>
        <p:grpSpPr>
          <a:xfrm>
            <a:off x="8516238" y="2938423"/>
            <a:ext cx="359272" cy="376691"/>
            <a:chOff x="5961125" y="1623900"/>
            <a:chExt cx="427450" cy="448175"/>
          </a:xfrm>
        </p:grpSpPr>
        <p:sp>
          <p:nvSpPr>
            <p:cNvPr id="212" name="Google Shape;825;p50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826;p50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827;p50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828;p50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829;p50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830;p50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831;p50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832;p50"/>
          <p:cNvGrpSpPr/>
          <p:nvPr/>
        </p:nvGrpSpPr>
        <p:grpSpPr>
          <a:xfrm>
            <a:off x="9068930" y="2948152"/>
            <a:ext cx="383835" cy="363369"/>
            <a:chOff x="6618700" y="1635475"/>
            <a:chExt cx="456675" cy="432325"/>
          </a:xfrm>
        </p:grpSpPr>
        <p:sp>
          <p:nvSpPr>
            <p:cNvPr id="220" name="Google Shape;833;p50"/>
            <p:cNvSpPr/>
            <p:nvPr/>
          </p:nvSpPr>
          <p:spPr>
            <a:xfrm>
              <a:off x="6663775" y="1904000"/>
              <a:ext cx="117525" cy="163800"/>
            </a:xfrm>
            <a:custGeom>
              <a:avLst/>
              <a:gdLst/>
              <a:ahLst/>
              <a:cxnLst/>
              <a:rect l="l" t="t" r="r" b="b"/>
              <a:pathLst>
                <a:path w="4701" h="6552" fill="none" extrusionOk="0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834;p50"/>
            <p:cNvSpPr/>
            <p:nvPr/>
          </p:nvSpPr>
          <p:spPr>
            <a:xfrm>
              <a:off x="7046125" y="1775525"/>
              <a:ext cx="29250" cy="99275"/>
            </a:xfrm>
            <a:custGeom>
              <a:avLst/>
              <a:gdLst/>
              <a:ahLst/>
              <a:cxnLst/>
              <a:rect l="l" t="t" r="r" b="b"/>
              <a:pathLst>
                <a:path w="1170" h="3971" fill="none" extrusionOk="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835;p50"/>
            <p:cNvSpPr/>
            <p:nvPr/>
          </p:nvSpPr>
          <p:spPr>
            <a:xfrm>
              <a:off x="6618700" y="1751775"/>
              <a:ext cx="96850" cy="146750"/>
            </a:xfrm>
            <a:custGeom>
              <a:avLst/>
              <a:gdLst/>
              <a:ahLst/>
              <a:cxnLst/>
              <a:rect l="l" t="t" r="r" b="b"/>
              <a:pathLst>
                <a:path w="3874" h="5870" fill="none" extrusionOk="0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836;p50"/>
            <p:cNvSpPr/>
            <p:nvPr/>
          </p:nvSpPr>
          <p:spPr>
            <a:xfrm>
              <a:off x="6721600" y="1660450"/>
              <a:ext cx="278900" cy="329425"/>
            </a:xfrm>
            <a:custGeom>
              <a:avLst/>
              <a:gdLst/>
              <a:ahLst/>
              <a:cxnLst/>
              <a:rect l="l" t="t" r="r" b="b"/>
              <a:pathLst>
                <a:path w="11156" h="13177" fill="none" extrusionOk="0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837;p50"/>
            <p:cNvSpPr/>
            <p:nvPr/>
          </p:nvSpPr>
          <p:spPr>
            <a:xfrm>
              <a:off x="7006550" y="1635475"/>
              <a:ext cx="34750" cy="378750"/>
            </a:xfrm>
            <a:custGeom>
              <a:avLst/>
              <a:gdLst/>
              <a:ahLst/>
              <a:cxnLst/>
              <a:rect l="l" t="t" r="r" b="b"/>
              <a:pathLst>
                <a:path w="1390" h="15150" fill="none" extrusionOk="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838;p50"/>
          <p:cNvGrpSpPr/>
          <p:nvPr/>
        </p:nvGrpSpPr>
        <p:grpSpPr>
          <a:xfrm>
            <a:off x="4024018" y="3531564"/>
            <a:ext cx="304009" cy="326513"/>
            <a:chOff x="616425" y="2329600"/>
            <a:chExt cx="361700" cy="388475"/>
          </a:xfrm>
        </p:grpSpPr>
        <p:sp>
          <p:nvSpPr>
            <p:cNvPr id="226" name="Google Shape;839;p50"/>
            <p:cNvSpPr/>
            <p:nvPr/>
          </p:nvSpPr>
          <p:spPr>
            <a:xfrm>
              <a:off x="616425" y="2329600"/>
              <a:ext cx="361700" cy="388475"/>
            </a:xfrm>
            <a:custGeom>
              <a:avLst/>
              <a:gdLst/>
              <a:ahLst/>
              <a:cxnLst/>
              <a:rect l="l" t="t" r="r" b="b"/>
              <a:pathLst>
                <a:path w="14468" h="15539" fill="none" extrusionOk="0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840;p50"/>
            <p:cNvSpPr/>
            <p:nvPr/>
          </p:nvSpPr>
          <p:spPr>
            <a:xfrm>
              <a:off x="704725" y="2545750"/>
              <a:ext cx="185125" cy="25"/>
            </a:xfrm>
            <a:custGeom>
              <a:avLst/>
              <a:gdLst/>
              <a:ahLst/>
              <a:cxnLst/>
              <a:rect l="l" t="t" r="r" b="b"/>
              <a:pathLst>
                <a:path w="7405" h="1" fill="none" extrusionOk="0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841;p50"/>
            <p:cNvSpPr/>
            <p:nvPr/>
          </p:nvSpPr>
          <p:spPr>
            <a:xfrm>
              <a:off x="811875" y="2626125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842;p50"/>
            <p:cNvSpPr/>
            <p:nvPr/>
          </p:nvSpPr>
          <p:spPr>
            <a:xfrm>
              <a:off x="751000" y="2568275"/>
              <a:ext cx="54200" cy="53600"/>
            </a:xfrm>
            <a:custGeom>
              <a:avLst/>
              <a:gdLst/>
              <a:ahLst/>
              <a:cxnLst/>
              <a:rect l="l" t="t" r="r" b="b"/>
              <a:pathLst>
                <a:path w="2168" h="2144" fill="none" extrusionOk="0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843;p50"/>
            <p:cNvSpPr/>
            <p:nvPr/>
          </p:nvSpPr>
          <p:spPr>
            <a:xfrm>
              <a:off x="769875" y="2662650"/>
              <a:ext cx="23775" cy="23775"/>
            </a:xfrm>
            <a:custGeom>
              <a:avLst/>
              <a:gdLst/>
              <a:ahLst/>
              <a:cxnLst/>
              <a:rect l="l" t="t" r="r" b="b"/>
              <a:pathLst>
                <a:path w="951" h="951" fill="none" extrusionOk="0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844;p50"/>
            <p:cNvSpPr/>
            <p:nvPr/>
          </p:nvSpPr>
          <p:spPr>
            <a:xfrm>
              <a:off x="799700" y="2503125"/>
              <a:ext cx="24375" cy="23775"/>
            </a:xfrm>
            <a:custGeom>
              <a:avLst/>
              <a:gdLst/>
              <a:ahLst/>
              <a:cxnLst/>
              <a:rect l="l" t="t" r="r" b="b"/>
              <a:pathLst>
                <a:path w="975" h="951" fill="none" extrusionOk="0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845;p50"/>
            <p:cNvSpPr/>
            <p:nvPr/>
          </p:nvSpPr>
          <p:spPr>
            <a:xfrm>
              <a:off x="766825" y="2388050"/>
              <a:ext cx="60925" cy="25"/>
            </a:xfrm>
            <a:custGeom>
              <a:avLst/>
              <a:gdLst/>
              <a:ahLst/>
              <a:cxnLst/>
              <a:rect l="l" t="t" r="r" b="b"/>
              <a:pathLst>
                <a:path w="2437" h="1" fill="none" extrusionOk="0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846;p50"/>
            <p:cNvSpPr/>
            <p:nvPr/>
          </p:nvSpPr>
          <p:spPr>
            <a:xfrm>
              <a:off x="769875" y="2456250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847;p50"/>
          <p:cNvGrpSpPr/>
          <p:nvPr/>
        </p:nvGrpSpPr>
        <p:grpSpPr>
          <a:xfrm>
            <a:off x="4580828" y="3534632"/>
            <a:ext cx="320378" cy="320378"/>
            <a:chOff x="1278900" y="2333250"/>
            <a:chExt cx="381175" cy="381175"/>
          </a:xfrm>
        </p:grpSpPr>
        <p:sp>
          <p:nvSpPr>
            <p:cNvPr id="235" name="Google Shape;848;p50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849;p50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850;p50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851;p50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" name="Google Shape;852;p50"/>
          <p:cNvGrpSpPr/>
          <p:nvPr/>
        </p:nvGrpSpPr>
        <p:grpSpPr>
          <a:xfrm>
            <a:off x="5145791" y="3534632"/>
            <a:ext cx="320399" cy="320378"/>
            <a:chOff x="1951075" y="2333250"/>
            <a:chExt cx="381200" cy="381175"/>
          </a:xfrm>
        </p:grpSpPr>
        <p:sp>
          <p:nvSpPr>
            <p:cNvPr id="240" name="Google Shape;853;p50"/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l" t="t" r="r" b="b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854;p50"/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855;p50"/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856;p50"/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l" t="t" r="r" b="b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857;p50"/>
          <p:cNvGrpSpPr/>
          <p:nvPr/>
        </p:nvGrpSpPr>
        <p:grpSpPr>
          <a:xfrm>
            <a:off x="5710775" y="3534632"/>
            <a:ext cx="320378" cy="320378"/>
            <a:chOff x="2623275" y="2333250"/>
            <a:chExt cx="381175" cy="381175"/>
          </a:xfrm>
        </p:grpSpPr>
        <p:sp>
          <p:nvSpPr>
            <p:cNvPr id="245" name="Google Shape;858;p50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859;p50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860;p50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861;p50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862;p50"/>
          <p:cNvGrpSpPr/>
          <p:nvPr/>
        </p:nvGrpSpPr>
        <p:grpSpPr>
          <a:xfrm>
            <a:off x="6350480" y="3479369"/>
            <a:ext cx="170937" cy="426827"/>
            <a:chOff x="3384375" y="2267500"/>
            <a:chExt cx="203375" cy="507825"/>
          </a:xfrm>
        </p:grpSpPr>
        <p:sp>
          <p:nvSpPr>
            <p:cNvPr id="250" name="Google Shape;863;p50"/>
            <p:cNvSpPr/>
            <p:nvPr/>
          </p:nvSpPr>
          <p:spPr>
            <a:xfrm>
              <a:off x="3384375" y="2373425"/>
              <a:ext cx="203375" cy="401900"/>
            </a:xfrm>
            <a:custGeom>
              <a:avLst/>
              <a:gdLst/>
              <a:ahLst/>
              <a:cxnLst/>
              <a:rect l="l" t="t" r="r" b="b"/>
              <a:pathLst>
                <a:path w="8135" h="16076" fill="none" extrusionOk="0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864;p50"/>
            <p:cNvSpPr/>
            <p:nvPr/>
          </p:nvSpPr>
          <p:spPr>
            <a:xfrm>
              <a:off x="3443425" y="2267500"/>
              <a:ext cx="85275" cy="93775"/>
            </a:xfrm>
            <a:custGeom>
              <a:avLst/>
              <a:gdLst/>
              <a:ahLst/>
              <a:cxnLst/>
              <a:rect l="l" t="t" r="r" b="b"/>
              <a:pathLst>
                <a:path w="3411" h="3751" fill="none" extrusionOk="0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865;p50"/>
          <p:cNvGrpSpPr/>
          <p:nvPr/>
        </p:nvGrpSpPr>
        <p:grpSpPr>
          <a:xfrm>
            <a:off x="7495787" y="3533602"/>
            <a:ext cx="140237" cy="318339"/>
            <a:chOff x="4747025" y="2332025"/>
            <a:chExt cx="166850" cy="378750"/>
          </a:xfrm>
        </p:grpSpPr>
        <p:sp>
          <p:nvSpPr>
            <p:cNvPr id="253" name="Google Shape;866;p50"/>
            <p:cNvSpPr/>
            <p:nvPr/>
          </p:nvSpPr>
          <p:spPr>
            <a:xfrm>
              <a:off x="4747025" y="2427025"/>
              <a:ext cx="166850" cy="283750"/>
            </a:xfrm>
            <a:custGeom>
              <a:avLst/>
              <a:gdLst/>
              <a:ahLst/>
              <a:cxnLst/>
              <a:rect l="l" t="t" r="r" b="b"/>
              <a:pathLst>
                <a:path w="6674" h="11350" fill="none" extrusionOk="0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867;p50"/>
            <p:cNvSpPr/>
            <p:nvPr/>
          </p:nvSpPr>
          <p:spPr>
            <a:xfrm>
              <a:off x="4792100" y="2332025"/>
              <a:ext cx="76725" cy="84050"/>
            </a:xfrm>
            <a:custGeom>
              <a:avLst/>
              <a:gdLst/>
              <a:ahLst/>
              <a:cxnLst/>
              <a:rect l="l" t="t" r="r" b="b"/>
              <a:pathLst>
                <a:path w="3069" h="3362" fill="none" extrusionOk="0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868;p50"/>
          <p:cNvGrpSpPr/>
          <p:nvPr/>
        </p:nvGrpSpPr>
        <p:grpSpPr>
          <a:xfrm>
            <a:off x="6928261" y="3481407"/>
            <a:ext cx="145343" cy="422729"/>
            <a:chOff x="4071800" y="2269925"/>
            <a:chExt cx="172925" cy="502950"/>
          </a:xfrm>
        </p:grpSpPr>
        <p:sp>
          <p:nvSpPr>
            <p:cNvPr id="256" name="Google Shape;869;p50"/>
            <p:cNvSpPr/>
            <p:nvPr/>
          </p:nvSpPr>
          <p:spPr>
            <a:xfrm>
              <a:off x="4118075" y="2269925"/>
              <a:ext cx="80375" cy="91350"/>
            </a:xfrm>
            <a:custGeom>
              <a:avLst/>
              <a:gdLst/>
              <a:ahLst/>
              <a:cxnLst/>
              <a:rect l="l" t="t" r="r" b="b"/>
              <a:pathLst>
                <a:path w="3215" h="3654" fill="none" extrusionOk="0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870;p50"/>
            <p:cNvSpPr/>
            <p:nvPr/>
          </p:nvSpPr>
          <p:spPr>
            <a:xfrm>
              <a:off x="4071800" y="2372825"/>
              <a:ext cx="172925" cy="400050"/>
            </a:xfrm>
            <a:custGeom>
              <a:avLst/>
              <a:gdLst/>
              <a:ahLst/>
              <a:cxnLst/>
              <a:rect l="l" t="t" r="r" b="b"/>
              <a:pathLst>
                <a:path w="6917" h="16002" fill="none" extrusionOk="0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871;p50"/>
          <p:cNvSpPr/>
          <p:nvPr/>
        </p:nvSpPr>
        <p:spPr>
          <a:xfrm>
            <a:off x="7970882" y="3526007"/>
            <a:ext cx="320378" cy="337776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872;p50"/>
          <p:cNvGrpSpPr/>
          <p:nvPr/>
        </p:nvGrpSpPr>
        <p:grpSpPr>
          <a:xfrm>
            <a:off x="8525967" y="3532068"/>
            <a:ext cx="345971" cy="325505"/>
            <a:chOff x="5972700" y="2330200"/>
            <a:chExt cx="411625" cy="387275"/>
          </a:xfrm>
        </p:grpSpPr>
        <p:sp>
          <p:nvSpPr>
            <p:cNvPr id="260" name="Google Shape;873;p50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874;p50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875;p50"/>
          <p:cNvGrpSpPr/>
          <p:nvPr/>
        </p:nvGrpSpPr>
        <p:grpSpPr>
          <a:xfrm>
            <a:off x="4121264" y="4060197"/>
            <a:ext cx="109538" cy="399195"/>
            <a:chOff x="732125" y="2958550"/>
            <a:chExt cx="130325" cy="474950"/>
          </a:xfrm>
        </p:grpSpPr>
        <p:sp>
          <p:nvSpPr>
            <p:cNvPr id="263" name="Google Shape;876;p50"/>
            <p:cNvSpPr/>
            <p:nvPr/>
          </p:nvSpPr>
          <p:spPr>
            <a:xfrm>
              <a:off x="732125" y="2958550"/>
              <a:ext cx="130325" cy="474950"/>
            </a:xfrm>
            <a:custGeom>
              <a:avLst/>
              <a:gdLst/>
              <a:ahLst/>
              <a:cxnLst/>
              <a:rect l="l" t="t" r="r" b="b"/>
              <a:pathLst>
                <a:path w="5213" h="18998" fill="none" extrusionOk="0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877;p50"/>
            <p:cNvSpPr/>
            <p:nvPr/>
          </p:nvSpPr>
          <p:spPr>
            <a:xfrm>
              <a:off x="756475" y="3090675"/>
              <a:ext cx="81625" cy="318475"/>
            </a:xfrm>
            <a:custGeom>
              <a:avLst/>
              <a:gdLst/>
              <a:ahLst/>
              <a:cxnLst/>
              <a:rect l="l" t="t" r="r" b="b"/>
              <a:pathLst>
                <a:path w="3265" h="12739" fill="none" extrusionOk="0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878;p50"/>
            <p:cNvSpPr/>
            <p:nvPr/>
          </p:nvSpPr>
          <p:spPr>
            <a:xfrm>
              <a:off x="802750" y="312905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879;p50"/>
            <p:cNvSpPr/>
            <p:nvPr/>
          </p:nvSpPr>
          <p:spPr>
            <a:xfrm>
              <a:off x="802750" y="31625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880;p50"/>
            <p:cNvSpPr/>
            <p:nvPr/>
          </p:nvSpPr>
          <p:spPr>
            <a:xfrm>
              <a:off x="802750" y="31960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881;p50"/>
            <p:cNvSpPr/>
            <p:nvPr/>
          </p:nvSpPr>
          <p:spPr>
            <a:xfrm>
              <a:off x="802750" y="32295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882;p50"/>
            <p:cNvSpPr/>
            <p:nvPr/>
          </p:nvSpPr>
          <p:spPr>
            <a:xfrm>
              <a:off x="802750" y="32630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883;p50"/>
            <p:cNvSpPr/>
            <p:nvPr/>
          </p:nvSpPr>
          <p:spPr>
            <a:xfrm>
              <a:off x="802750" y="329647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" name="Google Shape;884;p50"/>
          <p:cNvSpPr/>
          <p:nvPr/>
        </p:nvSpPr>
        <p:spPr>
          <a:xfrm>
            <a:off x="5138184" y="4044426"/>
            <a:ext cx="335738" cy="430924"/>
          </a:xfrm>
          <a:custGeom>
            <a:avLst/>
            <a:gdLst/>
            <a:ahLst/>
            <a:cxnLst/>
            <a:rect l="l" t="t" r="r" b="b"/>
            <a:pathLst>
              <a:path w="15978" h="20508" fill="none" extrusionOk="0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885;p50"/>
          <p:cNvSpPr/>
          <p:nvPr/>
        </p:nvSpPr>
        <p:spPr>
          <a:xfrm>
            <a:off x="4616676" y="4044426"/>
            <a:ext cx="248746" cy="430924"/>
          </a:xfrm>
          <a:custGeom>
            <a:avLst/>
            <a:gdLst/>
            <a:ahLst/>
            <a:cxnLst/>
            <a:rect l="l" t="t" r="r" b="b"/>
            <a:pathLst>
              <a:path w="11838" h="20508" fill="none" extrusionOk="0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886;p50"/>
          <p:cNvGrpSpPr/>
          <p:nvPr/>
        </p:nvGrpSpPr>
        <p:grpSpPr>
          <a:xfrm>
            <a:off x="5677008" y="4072993"/>
            <a:ext cx="387933" cy="367467"/>
            <a:chOff x="2583100" y="2973775"/>
            <a:chExt cx="461550" cy="437200"/>
          </a:xfrm>
        </p:grpSpPr>
        <p:sp>
          <p:nvSpPr>
            <p:cNvPr id="274" name="Google Shape;887;p50"/>
            <p:cNvSpPr/>
            <p:nvPr/>
          </p:nvSpPr>
          <p:spPr>
            <a:xfrm>
              <a:off x="2701225" y="3315975"/>
              <a:ext cx="225300" cy="95000"/>
            </a:xfrm>
            <a:custGeom>
              <a:avLst/>
              <a:gdLst/>
              <a:ahLst/>
              <a:cxnLst/>
              <a:rect l="l" t="t" r="r" b="b"/>
              <a:pathLst>
                <a:path w="9012" h="3800" fill="none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888;p50"/>
            <p:cNvSpPr/>
            <p:nvPr/>
          </p:nvSpPr>
          <p:spPr>
            <a:xfrm>
              <a:off x="2583100" y="2973775"/>
              <a:ext cx="461550" cy="336125"/>
            </a:xfrm>
            <a:custGeom>
              <a:avLst/>
              <a:gdLst/>
              <a:ahLst/>
              <a:cxnLst/>
              <a:rect l="l" t="t" r="r" b="b"/>
              <a:pathLst>
                <a:path w="18462" h="13445" fill="none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889;p50"/>
          <p:cNvSpPr/>
          <p:nvPr/>
        </p:nvSpPr>
        <p:spPr>
          <a:xfrm>
            <a:off x="7387952" y="4081788"/>
            <a:ext cx="356204" cy="356204"/>
          </a:xfrm>
          <a:custGeom>
            <a:avLst/>
            <a:gdLst/>
            <a:ahLst/>
            <a:cxnLst/>
            <a:rect l="l" t="t" r="r" b="b"/>
            <a:pathLst>
              <a:path w="16952" h="16952" fill="none" extrusionOk="0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890;p50"/>
          <p:cNvGrpSpPr/>
          <p:nvPr/>
        </p:nvGrpSpPr>
        <p:grpSpPr>
          <a:xfrm>
            <a:off x="7916457" y="4101150"/>
            <a:ext cx="435022" cy="323445"/>
            <a:chOff x="5247525" y="3007275"/>
            <a:chExt cx="517575" cy="384825"/>
          </a:xfrm>
        </p:grpSpPr>
        <p:sp>
          <p:nvSpPr>
            <p:cNvPr id="278" name="Google Shape;891;p50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892;p50"/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893;p50"/>
          <p:cNvGrpSpPr/>
          <p:nvPr/>
        </p:nvGrpSpPr>
        <p:grpSpPr>
          <a:xfrm>
            <a:off x="6827443" y="4082722"/>
            <a:ext cx="342882" cy="350068"/>
            <a:chOff x="3951850" y="2985350"/>
            <a:chExt cx="407950" cy="416500"/>
          </a:xfrm>
        </p:grpSpPr>
        <p:sp>
          <p:nvSpPr>
            <p:cNvPr id="281" name="Google Shape;894;p50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895;p50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896;p50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897;p50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898;p50"/>
          <p:cNvGrpSpPr/>
          <p:nvPr/>
        </p:nvGrpSpPr>
        <p:grpSpPr>
          <a:xfrm>
            <a:off x="3984115" y="4672270"/>
            <a:ext cx="397136" cy="305017"/>
            <a:chOff x="568950" y="3686775"/>
            <a:chExt cx="472500" cy="362900"/>
          </a:xfrm>
        </p:grpSpPr>
        <p:sp>
          <p:nvSpPr>
            <p:cNvPr id="286" name="Google Shape;899;p50"/>
            <p:cNvSpPr/>
            <p:nvPr/>
          </p:nvSpPr>
          <p:spPr>
            <a:xfrm>
              <a:off x="568950" y="3686775"/>
              <a:ext cx="472500" cy="362900"/>
            </a:xfrm>
            <a:custGeom>
              <a:avLst/>
              <a:gdLst/>
              <a:ahLst/>
              <a:cxnLst/>
              <a:rect l="l" t="t" r="r" b="b"/>
              <a:pathLst>
                <a:path w="18900" h="14516" fill="none" extrusionOk="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900;p50"/>
            <p:cNvSpPr/>
            <p:nvPr/>
          </p:nvSpPr>
          <p:spPr>
            <a:xfrm>
              <a:off x="645650" y="3820725"/>
              <a:ext cx="34125" cy="34125"/>
            </a:xfrm>
            <a:custGeom>
              <a:avLst/>
              <a:gdLst/>
              <a:ahLst/>
              <a:cxnLst/>
              <a:rect l="l" t="t" r="r" b="b"/>
              <a:pathLst>
                <a:path w="1365" h="1365" fill="none" extrusionOk="0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901;p50"/>
            <p:cNvSpPr/>
            <p:nvPr/>
          </p:nvSpPr>
          <p:spPr>
            <a:xfrm>
              <a:off x="747950" y="3753750"/>
              <a:ext cx="85275" cy="12200"/>
            </a:xfrm>
            <a:custGeom>
              <a:avLst/>
              <a:gdLst/>
              <a:ahLst/>
              <a:cxnLst/>
              <a:rect l="l" t="t" r="r" b="b"/>
              <a:pathLst>
                <a:path w="3411" h="488" fill="none" extrusionOk="0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902;p50"/>
          <p:cNvSpPr/>
          <p:nvPr/>
        </p:nvSpPr>
        <p:spPr>
          <a:xfrm>
            <a:off x="8560957" y="4065418"/>
            <a:ext cx="270221" cy="388962"/>
          </a:xfrm>
          <a:custGeom>
            <a:avLst/>
            <a:gdLst/>
            <a:ahLst/>
            <a:cxnLst/>
            <a:rect l="l" t="t" r="r" b="b"/>
            <a:pathLst>
              <a:path w="12860" h="18511" fill="none" extrusionOk="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" name="Google Shape;903;p50"/>
          <p:cNvGrpSpPr/>
          <p:nvPr/>
        </p:nvGrpSpPr>
        <p:grpSpPr>
          <a:xfrm>
            <a:off x="4552167" y="4697863"/>
            <a:ext cx="377700" cy="253852"/>
            <a:chOff x="1244800" y="3717225"/>
            <a:chExt cx="449375" cy="302025"/>
          </a:xfrm>
        </p:grpSpPr>
        <p:sp>
          <p:nvSpPr>
            <p:cNvPr id="291" name="Google Shape;904;p50"/>
            <p:cNvSpPr/>
            <p:nvPr/>
          </p:nvSpPr>
          <p:spPr>
            <a:xfrm>
              <a:off x="1244800" y="3717225"/>
              <a:ext cx="449375" cy="302025"/>
            </a:xfrm>
            <a:custGeom>
              <a:avLst/>
              <a:gdLst/>
              <a:ahLst/>
              <a:cxnLst/>
              <a:rect l="l" t="t" r="r" b="b"/>
              <a:pathLst>
                <a:path w="17975" h="12081" fill="none" extrusionOk="0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905;p50"/>
            <p:cNvSpPr/>
            <p:nvPr/>
          </p:nvSpPr>
          <p:spPr>
            <a:xfrm>
              <a:off x="1244800" y="379515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906;p50"/>
            <p:cNvSpPr/>
            <p:nvPr/>
          </p:nvSpPr>
          <p:spPr>
            <a:xfrm>
              <a:off x="1244800" y="385300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907;p50"/>
            <p:cNvSpPr/>
            <p:nvPr/>
          </p:nvSpPr>
          <p:spPr>
            <a:xfrm>
              <a:off x="1302625" y="3893800"/>
              <a:ext cx="161375" cy="25"/>
            </a:xfrm>
            <a:custGeom>
              <a:avLst/>
              <a:gdLst/>
              <a:ahLst/>
              <a:cxnLst/>
              <a:rect l="l" t="t" r="r" b="b"/>
              <a:pathLst>
                <a:path w="6455" h="1" fill="none" extrusionOk="0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908;p50"/>
            <p:cNvSpPr/>
            <p:nvPr/>
          </p:nvSpPr>
          <p:spPr>
            <a:xfrm>
              <a:off x="1302625" y="3933975"/>
              <a:ext cx="110250" cy="25"/>
            </a:xfrm>
            <a:custGeom>
              <a:avLst/>
              <a:gdLst/>
              <a:ahLst/>
              <a:cxnLst/>
              <a:rect l="l" t="t" r="r" b="b"/>
              <a:pathLst>
                <a:path w="4410" h="1" fill="none" extrusionOk="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909;p50"/>
            <p:cNvSpPr/>
            <p:nvPr/>
          </p:nvSpPr>
          <p:spPr>
            <a:xfrm>
              <a:off x="1572975" y="3899875"/>
              <a:ext cx="62125" cy="40225"/>
            </a:xfrm>
            <a:custGeom>
              <a:avLst/>
              <a:gdLst/>
              <a:ahLst/>
              <a:cxnLst/>
              <a:rect l="l" t="t" r="r" b="b"/>
              <a:pathLst>
                <a:path w="2485" h="1609" fill="none" extrusionOk="0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910;p50"/>
          <p:cNvGrpSpPr/>
          <p:nvPr/>
        </p:nvGrpSpPr>
        <p:grpSpPr>
          <a:xfrm>
            <a:off x="5122257" y="4678405"/>
            <a:ext cx="367467" cy="287115"/>
            <a:chOff x="1923075" y="3694075"/>
            <a:chExt cx="437200" cy="341600"/>
          </a:xfrm>
        </p:grpSpPr>
        <p:sp>
          <p:nvSpPr>
            <p:cNvPr id="298" name="Google Shape;911;p50"/>
            <p:cNvSpPr/>
            <p:nvPr/>
          </p:nvSpPr>
          <p:spPr>
            <a:xfrm>
              <a:off x="22476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912;p50"/>
            <p:cNvSpPr/>
            <p:nvPr/>
          </p:nvSpPr>
          <p:spPr>
            <a:xfrm>
              <a:off x="20351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913;p50"/>
            <p:cNvSpPr/>
            <p:nvPr/>
          </p:nvSpPr>
          <p:spPr>
            <a:xfrm>
              <a:off x="1923075" y="3694075"/>
              <a:ext cx="437200" cy="280100"/>
            </a:xfrm>
            <a:custGeom>
              <a:avLst/>
              <a:gdLst/>
              <a:ahLst/>
              <a:cxnLst/>
              <a:rect l="l" t="t" r="r" b="b"/>
              <a:pathLst>
                <a:path w="17488" h="11204" fill="none" extrusionOk="0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914;p50"/>
            <p:cNvSpPr/>
            <p:nvPr/>
          </p:nvSpPr>
          <p:spPr>
            <a:xfrm>
              <a:off x="2261000" y="3781750"/>
              <a:ext cx="48725" cy="108400"/>
            </a:xfrm>
            <a:custGeom>
              <a:avLst/>
              <a:gdLst/>
              <a:ahLst/>
              <a:cxnLst/>
              <a:rect l="l" t="t" r="r" b="b"/>
              <a:pathLst>
                <a:path w="1949" h="4336" fill="none" extrusionOk="0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915;p50"/>
            <p:cNvSpPr/>
            <p:nvPr/>
          </p:nvSpPr>
          <p:spPr>
            <a:xfrm>
              <a:off x="2225675" y="3780550"/>
              <a:ext cx="32300" cy="113875"/>
            </a:xfrm>
            <a:custGeom>
              <a:avLst/>
              <a:gdLst/>
              <a:ahLst/>
              <a:cxnLst/>
              <a:rect l="l" t="t" r="r" b="b"/>
              <a:pathLst>
                <a:path w="1292" h="4555" fill="none" extrusionOk="0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916;p50"/>
            <p:cNvSpPr/>
            <p:nvPr/>
          </p:nvSpPr>
          <p:spPr>
            <a:xfrm>
              <a:off x="2190375" y="3779325"/>
              <a:ext cx="15850" cy="119350"/>
            </a:xfrm>
            <a:custGeom>
              <a:avLst/>
              <a:gdLst/>
              <a:ahLst/>
              <a:cxnLst/>
              <a:rect l="l" t="t" r="r" b="b"/>
              <a:pathLst>
                <a:path w="634" h="4774" fill="none" extrusionOk="0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917;p50"/>
            <p:cNvSpPr/>
            <p:nvPr/>
          </p:nvSpPr>
          <p:spPr>
            <a:xfrm>
              <a:off x="2154450" y="3777500"/>
              <a:ext cx="1250" cy="126050"/>
            </a:xfrm>
            <a:custGeom>
              <a:avLst/>
              <a:gdLst/>
              <a:ahLst/>
              <a:cxnLst/>
              <a:rect l="l" t="t" r="r" b="b"/>
              <a:pathLst>
                <a:path w="50" h="5042" fill="none" extrusionOk="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918;p50"/>
            <p:cNvSpPr/>
            <p:nvPr/>
          </p:nvSpPr>
          <p:spPr>
            <a:xfrm>
              <a:off x="2103300" y="3776275"/>
              <a:ext cx="17075" cy="131550"/>
            </a:xfrm>
            <a:custGeom>
              <a:avLst/>
              <a:gdLst/>
              <a:ahLst/>
              <a:cxnLst/>
              <a:rect l="l" t="t" r="r" b="b"/>
              <a:pathLst>
                <a:path w="683" h="5262" fill="none" extrusionOk="0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919;p50"/>
            <p:cNvSpPr/>
            <p:nvPr/>
          </p:nvSpPr>
          <p:spPr>
            <a:xfrm>
              <a:off x="2051550" y="3775050"/>
              <a:ext cx="34125" cy="137025"/>
            </a:xfrm>
            <a:custGeom>
              <a:avLst/>
              <a:gdLst/>
              <a:ahLst/>
              <a:cxnLst/>
              <a:rect l="l" t="t" r="r" b="b"/>
              <a:pathLst>
                <a:path w="1365" h="5481" fill="none" extrusionOk="0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920;p50"/>
          <p:cNvGrpSpPr/>
          <p:nvPr/>
        </p:nvGrpSpPr>
        <p:grpSpPr>
          <a:xfrm>
            <a:off x="5690813" y="4673804"/>
            <a:ext cx="360301" cy="295814"/>
            <a:chOff x="2599525" y="3688600"/>
            <a:chExt cx="428675" cy="351950"/>
          </a:xfrm>
        </p:grpSpPr>
        <p:sp>
          <p:nvSpPr>
            <p:cNvPr id="308" name="Google Shape;921;p50"/>
            <p:cNvSpPr/>
            <p:nvPr/>
          </p:nvSpPr>
          <p:spPr>
            <a:xfrm>
              <a:off x="2599525" y="3688600"/>
              <a:ext cx="428675" cy="168675"/>
            </a:xfrm>
            <a:custGeom>
              <a:avLst/>
              <a:gdLst/>
              <a:ahLst/>
              <a:cxnLst/>
              <a:rect l="l" t="t" r="r" b="b"/>
              <a:pathLst>
                <a:path w="17147" h="6747" fill="none" extrusionOk="0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922;p50"/>
            <p:cNvSpPr/>
            <p:nvPr/>
          </p:nvSpPr>
          <p:spPr>
            <a:xfrm>
              <a:off x="2792550" y="3862125"/>
              <a:ext cx="42650" cy="23775"/>
            </a:xfrm>
            <a:custGeom>
              <a:avLst/>
              <a:gdLst/>
              <a:ahLst/>
              <a:cxnLst/>
              <a:rect l="l" t="t" r="r" b="b"/>
              <a:pathLst>
                <a:path w="1706" h="951" fill="none" extrusionOk="0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923;p50"/>
            <p:cNvSpPr/>
            <p:nvPr/>
          </p:nvSpPr>
          <p:spPr>
            <a:xfrm>
              <a:off x="2599525" y="3852375"/>
              <a:ext cx="428675" cy="188175"/>
            </a:xfrm>
            <a:custGeom>
              <a:avLst/>
              <a:gdLst/>
              <a:ahLst/>
              <a:cxnLst/>
              <a:rect l="l" t="t" r="r" b="b"/>
              <a:pathLst>
                <a:path w="17147" h="7527" fill="none" extrusionOk="0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" name="Google Shape;924;p50"/>
          <p:cNvGrpSpPr/>
          <p:nvPr/>
        </p:nvGrpSpPr>
        <p:grpSpPr>
          <a:xfrm>
            <a:off x="6273196" y="4653337"/>
            <a:ext cx="333700" cy="329077"/>
            <a:chOff x="3292425" y="3664250"/>
            <a:chExt cx="397025" cy="391525"/>
          </a:xfrm>
        </p:grpSpPr>
        <p:sp>
          <p:nvSpPr>
            <p:cNvPr id="312" name="Google Shape;925;p50"/>
            <p:cNvSpPr/>
            <p:nvPr/>
          </p:nvSpPr>
          <p:spPr>
            <a:xfrm>
              <a:off x="3292425" y="3680675"/>
              <a:ext cx="375100" cy="375100"/>
            </a:xfrm>
            <a:custGeom>
              <a:avLst/>
              <a:gdLst/>
              <a:ahLst/>
              <a:cxnLst/>
              <a:rect l="l" t="t" r="r" b="b"/>
              <a:pathLst>
                <a:path w="15004" h="15004" fill="none" extrusionOk="0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926;p50"/>
            <p:cNvSpPr/>
            <p:nvPr/>
          </p:nvSpPr>
          <p:spPr>
            <a:xfrm>
              <a:off x="3504325" y="3664250"/>
              <a:ext cx="131525" cy="153450"/>
            </a:xfrm>
            <a:custGeom>
              <a:avLst/>
              <a:gdLst/>
              <a:ahLst/>
              <a:cxnLst/>
              <a:rect l="l" t="t" r="r" b="b"/>
              <a:pathLst>
                <a:path w="5261" h="613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927;p50"/>
            <p:cNvSpPr/>
            <p:nvPr/>
          </p:nvSpPr>
          <p:spPr>
            <a:xfrm>
              <a:off x="3501875" y="3749500"/>
              <a:ext cx="187575" cy="96825"/>
            </a:xfrm>
            <a:custGeom>
              <a:avLst/>
              <a:gdLst/>
              <a:ahLst/>
              <a:cxnLst/>
              <a:rect l="l" t="t" r="r" b="b"/>
              <a:pathLst>
                <a:path w="7503" h="3873" fill="none" extrusionOk="0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928;p50"/>
          <p:cNvGrpSpPr/>
          <p:nvPr/>
        </p:nvGrpSpPr>
        <p:grpSpPr>
          <a:xfrm>
            <a:off x="6811053" y="4695804"/>
            <a:ext cx="369526" cy="268183"/>
            <a:chOff x="3932350" y="3714775"/>
            <a:chExt cx="439650" cy="319075"/>
          </a:xfrm>
        </p:grpSpPr>
        <p:sp>
          <p:nvSpPr>
            <p:cNvPr id="316" name="Google Shape;929;p50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930;p50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931;p50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932;p50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933;p50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934;p50"/>
          <p:cNvGrpSpPr/>
          <p:nvPr/>
        </p:nvGrpSpPr>
        <p:grpSpPr>
          <a:xfrm>
            <a:off x="7376037" y="4695804"/>
            <a:ext cx="369505" cy="268183"/>
            <a:chOff x="4604550" y="3714775"/>
            <a:chExt cx="439625" cy="319075"/>
          </a:xfrm>
        </p:grpSpPr>
        <p:sp>
          <p:nvSpPr>
            <p:cNvPr id="322" name="Google Shape;935;p50"/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936;p50"/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937;p50"/>
          <p:cNvGrpSpPr/>
          <p:nvPr/>
        </p:nvGrpSpPr>
        <p:grpSpPr>
          <a:xfrm>
            <a:off x="7954322" y="4668172"/>
            <a:ext cx="353136" cy="313738"/>
            <a:chOff x="5292575" y="3681900"/>
            <a:chExt cx="420150" cy="373275"/>
          </a:xfrm>
        </p:grpSpPr>
        <p:sp>
          <p:nvSpPr>
            <p:cNvPr id="325" name="Google Shape;938;p50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939;p50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940;p50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941;p50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942;p50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943;p50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944;p50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945;p50"/>
          <p:cNvGrpSpPr/>
          <p:nvPr/>
        </p:nvGrpSpPr>
        <p:grpSpPr>
          <a:xfrm>
            <a:off x="8499344" y="4628248"/>
            <a:ext cx="393060" cy="393060"/>
            <a:chOff x="5941025" y="3634400"/>
            <a:chExt cx="467650" cy="467650"/>
          </a:xfrm>
        </p:grpSpPr>
        <p:sp>
          <p:nvSpPr>
            <p:cNvPr id="333" name="Google Shape;946;p50"/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l" t="t" r="r" b="b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947;p50"/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l" t="t" r="r" b="b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948;p50"/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l" t="t" r="r" b="b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949;p50"/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l" t="t" r="r" b="b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950;p50"/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l" t="t" r="r" b="b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951;p50"/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l" t="t" r="r" b="b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952;p50"/>
          <p:cNvGrpSpPr/>
          <p:nvPr/>
        </p:nvGrpSpPr>
        <p:grpSpPr>
          <a:xfrm>
            <a:off x="9089417" y="4653337"/>
            <a:ext cx="342882" cy="342903"/>
            <a:chOff x="6643075" y="3664250"/>
            <a:chExt cx="407950" cy="407975"/>
          </a:xfrm>
        </p:grpSpPr>
        <p:sp>
          <p:nvSpPr>
            <p:cNvPr id="340" name="Google Shape;953;p50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954;p50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955;p50"/>
          <p:cNvGrpSpPr/>
          <p:nvPr/>
        </p:nvGrpSpPr>
        <p:grpSpPr>
          <a:xfrm>
            <a:off x="3990251" y="5203991"/>
            <a:ext cx="371564" cy="371543"/>
            <a:chOff x="576250" y="4319400"/>
            <a:chExt cx="442075" cy="442050"/>
          </a:xfrm>
        </p:grpSpPr>
        <p:sp>
          <p:nvSpPr>
            <p:cNvPr id="343" name="Google Shape;956;p50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957;p50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958;p50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959;p5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960;p50"/>
          <p:cNvSpPr/>
          <p:nvPr/>
        </p:nvSpPr>
        <p:spPr>
          <a:xfrm>
            <a:off x="4539914" y="5276289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961;p50"/>
          <p:cNvSpPr/>
          <p:nvPr/>
        </p:nvSpPr>
        <p:spPr>
          <a:xfrm>
            <a:off x="6830637" y="5219469"/>
            <a:ext cx="340844" cy="340865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962;p50"/>
          <p:cNvSpPr/>
          <p:nvPr/>
        </p:nvSpPr>
        <p:spPr>
          <a:xfrm>
            <a:off x="6265632" y="5240965"/>
            <a:ext cx="340844" cy="297873"/>
          </a:xfrm>
          <a:custGeom>
            <a:avLst/>
            <a:gdLst/>
            <a:ahLst/>
            <a:cxnLst/>
            <a:rect l="l" t="t" r="r" b="b"/>
            <a:pathLst>
              <a:path w="16221" h="14176" fill="none" extrusionOk="0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963;p50"/>
          <p:cNvSpPr/>
          <p:nvPr/>
        </p:nvSpPr>
        <p:spPr>
          <a:xfrm>
            <a:off x="7394109" y="5217935"/>
            <a:ext cx="343912" cy="343933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1" name="Google Shape;964;p50"/>
          <p:cNvGrpSpPr/>
          <p:nvPr/>
        </p:nvGrpSpPr>
        <p:grpSpPr>
          <a:xfrm>
            <a:off x="7933856" y="5222923"/>
            <a:ext cx="394068" cy="325505"/>
            <a:chOff x="5268225" y="4341925"/>
            <a:chExt cx="468850" cy="387275"/>
          </a:xfrm>
        </p:grpSpPr>
        <p:sp>
          <p:nvSpPr>
            <p:cNvPr id="352" name="Google Shape;965;p50"/>
            <p:cNvSpPr/>
            <p:nvPr/>
          </p:nvSpPr>
          <p:spPr>
            <a:xfrm>
              <a:off x="5652425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966;p50"/>
            <p:cNvSpPr/>
            <p:nvPr/>
          </p:nvSpPr>
          <p:spPr>
            <a:xfrm>
              <a:off x="5287100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967;p50"/>
            <p:cNvSpPr/>
            <p:nvPr/>
          </p:nvSpPr>
          <p:spPr>
            <a:xfrm>
              <a:off x="5268225" y="4341925"/>
              <a:ext cx="468850" cy="333075"/>
            </a:xfrm>
            <a:custGeom>
              <a:avLst/>
              <a:gdLst/>
              <a:ahLst/>
              <a:cxnLst/>
              <a:rect l="l" t="t" r="r" b="b"/>
              <a:pathLst>
                <a:path w="18754" h="13323" fill="none" extrusionOk="0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968;p50"/>
            <p:cNvSpPr/>
            <p:nvPr/>
          </p:nvSpPr>
          <p:spPr>
            <a:xfrm>
              <a:off x="5351025" y="4375400"/>
              <a:ext cx="303250" cy="149825"/>
            </a:xfrm>
            <a:custGeom>
              <a:avLst/>
              <a:gdLst/>
              <a:ahLst/>
              <a:cxnLst/>
              <a:rect l="l" t="t" r="r" b="b"/>
              <a:pathLst>
                <a:path w="12130" h="5993" fill="none" extrusionOk="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969;p50"/>
            <p:cNvSpPr/>
            <p:nvPr/>
          </p:nvSpPr>
          <p:spPr>
            <a:xfrm>
              <a:off x="532667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970;p50"/>
            <p:cNvSpPr/>
            <p:nvPr/>
          </p:nvSpPr>
          <p:spPr>
            <a:xfrm>
              <a:off x="5447225" y="4615925"/>
              <a:ext cx="110850" cy="25"/>
            </a:xfrm>
            <a:custGeom>
              <a:avLst/>
              <a:gdLst/>
              <a:ahLst/>
              <a:cxnLst/>
              <a:rect l="l" t="t" r="r" b="b"/>
              <a:pathLst>
                <a:path w="4434" h="1" fill="none" extrusionOk="0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971;p50"/>
            <p:cNvSpPr/>
            <p:nvPr/>
          </p:nvSpPr>
          <p:spPr>
            <a:xfrm>
              <a:off x="5439925" y="4589125"/>
              <a:ext cx="125450" cy="25"/>
            </a:xfrm>
            <a:custGeom>
              <a:avLst/>
              <a:gdLst/>
              <a:ahLst/>
              <a:cxnLst/>
              <a:rect l="l" t="t" r="r" b="b"/>
              <a:pathLst>
                <a:path w="5018" h="1" fill="none" extrusionOk="0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972;p50"/>
            <p:cNvSpPr/>
            <p:nvPr/>
          </p:nvSpPr>
          <p:spPr>
            <a:xfrm>
              <a:off x="559762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973;p50"/>
          <p:cNvGrpSpPr/>
          <p:nvPr/>
        </p:nvGrpSpPr>
        <p:grpSpPr>
          <a:xfrm>
            <a:off x="8518802" y="5212690"/>
            <a:ext cx="354145" cy="354145"/>
            <a:chOff x="5964175" y="4329750"/>
            <a:chExt cx="421350" cy="421350"/>
          </a:xfrm>
        </p:grpSpPr>
        <p:sp>
          <p:nvSpPr>
            <p:cNvPr id="361" name="Google Shape;974;p50"/>
            <p:cNvSpPr/>
            <p:nvPr/>
          </p:nvSpPr>
          <p:spPr>
            <a:xfrm>
              <a:off x="5964175" y="4329750"/>
              <a:ext cx="421350" cy="421350"/>
            </a:xfrm>
            <a:custGeom>
              <a:avLst/>
              <a:gdLst/>
              <a:ahLst/>
              <a:cxnLst/>
              <a:rect l="l" t="t" r="r" b="b"/>
              <a:pathLst>
                <a:path w="16854" h="16854" fill="none" extrusionOk="0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975;p50"/>
            <p:cNvSpPr/>
            <p:nvPr/>
          </p:nvSpPr>
          <p:spPr>
            <a:xfrm>
              <a:off x="6322800" y="4360800"/>
              <a:ext cx="31675" cy="30475"/>
            </a:xfrm>
            <a:custGeom>
              <a:avLst/>
              <a:gdLst/>
              <a:ahLst/>
              <a:cxnLst/>
              <a:rect l="l" t="t" r="r" b="b"/>
              <a:pathLst>
                <a:path w="1267" h="1219" fill="none" extrusionOk="0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976;p50"/>
          <p:cNvGrpSpPr/>
          <p:nvPr/>
        </p:nvGrpSpPr>
        <p:grpSpPr>
          <a:xfrm>
            <a:off x="4554710" y="5777674"/>
            <a:ext cx="372594" cy="360301"/>
            <a:chOff x="1247825" y="5001950"/>
            <a:chExt cx="443300" cy="428675"/>
          </a:xfrm>
        </p:grpSpPr>
        <p:sp>
          <p:nvSpPr>
            <p:cNvPr id="364" name="Google Shape;977;p50"/>
            <p:cNvSpPr/>
            <p:nvPr/>
          </p:nvSpPr>
          <p:spPr>
            <a:xfrm>
              <a:off x="1247825" y="5168175"/>
              <a:ext cx="373875" cy="221650"/>
            </a:xfrm>
            <a:custGeom>
              <a:avLst/>
              <a:gdLst/>
              <a:ahLst/>
              <a:cxnLst/>
              <a:rect l="l" t="t" r="r" b="b"/>
              <a:pathLst>
                <a:path w="14955" h="8866" fill="none" extrusionOk="0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978;p50"/>
            <p:cNvSpPr/>
            <p:nvPr/>
          </p:nvSpPr>
          <p:spPr>
            <a:xfrm>
              <a:off x="1275850" y="5209575"/>
              <a:ext cx="60900" cy="87075"/>
            </a:xfrm>
            <a:custGeom>
              <a:avLst/>
              <a:gdLst/>
              <a:ahLst/>
              <a:cxnLst/>
              <a:rect l="l" t="t" r="r" b="b"/>
              <a:pathLst>
                <a:path w="2436" h="3483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979;p50"/>
            <p:cNvSpPr/>
            <p:nvPr/>
          </p:nvSpPr>
          <p:spPr>
            <a:xfrm>
              <a:off x="1247825" y="5391625"/>
              <a:ext cx="443300" cy="39000"/>
            </a:xfrm>
            <a:custGeom>
              <a:avLst/>
              <a:gdLst/>
              <a:ahLst/>
              <a:cxnLst/>
              <a:rect l="l" t="t" r="r" b="b"/>
              <a:pathLst>
                <a:path w="17732" h="1560" fill="none" extrusionOk="0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980;p50"/>
            <p:cNvSpPr/>
            <p:nvPr/>
          </p:nvSpPr>
          <p:spPr>
            <a:xfrm>
              <a:off x="14548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981;p50"/>
            <p:cNvSpPr/>
            <p:nvPr/>
          </p:nvSpPr>
          <p:spPr>
            <a:xfrm>
              <a:off x="1411025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982;p50"/>
            <p:cNvSpPr/>
            <p:nvPr/>
          </p:nvSpPr>
          <p:spPr>
            <a:xfrm>
              <a:off x="1498700" y="5001950"/>
              <a:ext cx="16450" cy="114475"/>
            </a:xfrm>
            <a:custGeom>
              <a:avLst/>
              <a:gdLst/>
              <a:ahLst/>
              <a:cxnLst/>
              <a:rect l="l" t="t" r="r" b="b"/>
              <a:pathLst>
                <a:path w="658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983;p50"/>
          <p:cNvGrpSpPr/>
          <p:nvPr/>
        </p:nvGrpSpPr>
        <p:grpSpPr>
          <a:xfrm>
            <a:off x="5152956" y="5759751"/>
            <a:ext cx="306068" cy="389992"/>
            <a:chOff x="1959600" y="4980625"/>
            <a:chExt cx="364150" cy="464000"/>
          </a:xfrm>
        </p:grpSpPr>
        <p:sp>
          <p:nvSpPr>
            <p:cNvPr id="371" name="Google Shape;984;p50"/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l" t="t" r="r" b="b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985;p50"/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l" t="t" r="r" b="b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986;p50"/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l" t="t" r="r" b="b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987;p50"/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988;p50"/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989;p50"/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990;p50"/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991;p50"/>
          <p:cNvGrpSpPr/>
          <p:nvPr/>
        </p:nvGrpSpPr>
        <p:grpSpPr>
          <a:xfrm>
            <a:off x="5695436" y="5774606"/>
            <a:ext cx="351077" cy="360806"/>
            <a:chOff x="2605025" y="4998300"/>
            <a:chExt cx="417700" cy="429275"/>
          </a:xfrm>
        </p:grpSpPr>
        <p:sp>
          <p:nvSpPr>
            <p:cNvPr id="379" name="Google Shape;992;p50"/>
            <p:cNvSpPr/>
            <p:nvPr/>
          </p:nvSpPr>
          <p:spPr>
            <a:xfrm>
              <a:off x="2819350" y="5216875"/>
              <a:ext cx="202150" cy="210700"/>
            </a:xfrm>
            <a:custGeom>
              <a:avLst/>
              <a:gdLst/>
              <a:ahLst/>
              <a:cxnLst/>
              <a:rect l="l" t="t" r="r" b="b"/>
              <a:pathLst>
                <a:path w="8086" h="8428" fill="none" extrusionOk="0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993;p50"/>
            <p:cNvSpPr/>
            <p:nvPr/>
          </p:nvSpPr>
          <p:spPr>
            <a:xfrm>
              <a:off x="2606225" y="4998300"/>
              <a:ext cx="203400" cy="207650"/>
            </a:xfrm>
            <a:custGeom>
              <a:avLst/>
              <a:gdLst/>
              <a:ahLst/>
              <a:cxnLst/>
              <a:rect l="l" t="t" r="r" b="b"/>
              <a:pathLst>
                <a:path w="8136" h="8306" fill="none" extrusionOk="0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994;p50"/>
            <p:cNvSpPr/>
            <p:nvPr/>
          </p:nvSpPr>
          <p:spPr>
            <a:xfrm>
              <a:off x="2605025" y="5003775"/>
              <a:ext cx="417700" cy="417700"/>
            </a:xfrm>
            <a:custGeom>
              <a:avLst/>
              <a:gdLst/>
              <a:ahLst/>
              <a:cxnLst/>
              <a:rect l="l" t="t" r="r" b="b"/>
              <a:pathLst>
                <a:path w="16708" h="16708" fill="none" extrusionOk="0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995;p50"/>
          <p:cNvGrpSpPr/>
          <p:nvPr/>
        </p:nvGrpSpPr>
        <p:grpSpPr>
          <a:xfrm>
            <a:off x="6226128" y="5777674"/>
            <a:ext cx="419662" cy="349543"/>
            <a:chOff x="3236425" y="5001950"/>
            <a:chExt cx="499300" cy="415875"/>
          </a:xfrm>
        </p:grpSpPr>
        <p:sp>
          <p:nvSpPr>
            <p:cNvPr id="383" name="Google Shape;996;p50"/>
            <p:cNvSpPr/>
            <p:nvPr/>
          </p:nvSpPr>
          <p:spPr>
            <a:xfrm>
              <a:off x="3236425" y="5309425"/>
              <a:ext cx="499300" cy="108400"/>
            </a:xfrm>
            <a:custGeom>
              <a:avLst/>
              <a:gdLst/>
              <a:ahLst/>
              <a:cxnLst/>
              <a:rect l="l" t="t" r="r" b="b"/>
              <a:pathLst>
                <a:path w="19972" h="4336" fill="none" extrusionOk="0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997;p50"/>
            <p:cNvSpPr/>
            <p:nvPr/>
          </p:nvSpPr>
          <p:spPr>
            <a:xfrm>
              <a:off x="3294875" y="5330725"/>
              <a:ext cx="382400" cy="25"/>
            </a:xfrm>
            <a:custGeom>
              <a:avLst/>
              <a:gdLst/>
              <a:ahLst/>
              <a:cxnLst/>
              <a:rect l="l" t="t" r="r" b="b"/>
              <a:pathLst>
                <a:path w="15296" h="1" fill="none" extrusionOk="0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998;p50"/>
            <p:cNvSpPr/>
            <p:nvPr/>
          </p:nvSpPr>
          <p:spPr>
            <a:xfrm>
              <a:off x="3280250" y="5162675"/>
              <a:ext cx="411625" cy="140075"/>
            </a:xfrm>
            <a:custGeom>
              <a:avLst/>
              <a:gdLst/>
              <a:ahLst/>
              <a:cxnLst/>
              <a:rect l="l" t="t" r="r" b="b"/>
              <a:pathLst>
                <a:path w="16465" h="5603" fill="none" extrusionOk="0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999;p50"/>
            <p:cNvSpPr/>
            <p:nvPr/>
          </p:nvSpPr>
          <p:spPr>
            <a:xfrm>
              <a:off x="34714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1000;p50"/>
            <p:cNvSpPr/>
            <p:nvPr/>
          </p:nvSpPr>
          <p:spPr>
            <a:xfrm>
              <a:off x="342760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1001;p50"/>
            <p:cNvSpPr/>
            <p:nvPr/>
          </p:nvSpPr>
          <p:spPr>
            <a:xfrm>
              <a:off x="3515275" y="5001950"/>
              <a:ext cx="16475" cy="114475"/>
            </a:xfrm>
            <a:custGeom>
              <a:avLst/>
              <a:gdLst/>
              <a:ahLst/>
              <a:cxnLst/>
              <a:rect l="l" t="t" r="r" b="b"/>
              <a:pathLst>
                <a:path w="659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1002;p50"/>
          <p:cNvGrpSpPr/>
          <p:nvPr/>
        </p:nvGrpSpPr>
        <p:grpSpPr>
          <a:xfrm>
            <a:off x="6841248" y="5759751"/>
            <a:ext cx="319369" cy="380263"/>
            <a:chOff x="3968275" y="4980625"/>
            <a:chExt cx="379975" cy="452425"/>
          </a:xfrm>
        </p:grpSpPr>
        <p:sp>
          <p:nvSpPr>
            <p:cNvPr id="390" name="Google Shape;1003;p50"/>
            <p:cNvSpPr/>
            <p:nvPr/>
          </p:nvSpPr>
          <p:spPr>
            <a:xfrm>
              <a:off x="4168000" y="4980625"/>
              <a:ext cx="85875" cy="102325"/>
            </a:xfrm>
            <a:custGeom>
              <a:avLst/>
              <a:gdLst/>
              <a:ahLst/>
              <a:cxnLst/>
              <a:rect l="l" t="t" r="r" b="b"/>
              <a:pathLst>
                <a:path w="3435" h="4093" fill="none" extrusionOk="0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1004;p50"/>
            <p:cNvSpPr/>
            <p:nvPr/>
          </p:nvSpPr>
          <p:spPr>
            <a:xfrm>
              <a:off x="3968275" y="5043350"/>
              <a:ext cx="379975" cy="389700"/>
            </a:xfrm>
            <a:custGeom>
              <a:avLst/>
              <a:gdLst/>
              <a:ahLst/>
              <a:cxnLst/>
              <a:rect l="l" t="t" r="r" b="b"/>
              <a:pathLst>
                <a:path w="15199" h="15588" fill="none" extrusionOk="0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1005;p50"/>
            <p:cNvSpPr/>
            <p:nvPr/>
          </p:nvSpPr>
          <p:spPr>
            <a:xfrm>
              <a:off x="4031000" y="5150500"/>
              <a:ext cx="54200" cy="61525"/>
            </a:xfrm>
            <a:custGeom>
              <a:avLst/>
              <a:gdLst/>
              <a:ahLst/>
              <a:cxnLst/>
              <a:rect l="l" t="t" r="r" b="b"/>
              <a:pathLst>
                <a:path w="2168" h="2461" fill="none" extrusionOk="0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1006;p50"/>
          <p:cNvGrpSpPr/>
          <p:nvPr/>
        </p:nvGrpSpPr>
        <p:grpSpPr>
          <a:xfrm>
            <a:off x="8496781" y="5844704"/>
            <a:ext cx="404323" cy="220085"/>
            <a:chOff x="5937975" y="5081700"/>
            <a:chExt cx="481050" cy="261850"/>
          </a:xfrm>
        </p:grpSpPr>
        <p:sp>
          <p:nvSpPr>
            <p:cNvPr id="394" name="Google Shape;1007;p50"/>
            <p:cNvSpPr/>
            <p:nvPr/>
          </p:nvSpPr>
          <p:spPr>
            <a:xfrm>
              <a:off x="6104200" y="5081700"/>
              <a:ext cx="314825" cy="215575"/>
            </a:xfrm>
            <a:custGeom>
              <a:avLst/>
              <a:gdLst/>
              <a:ahLst/>
              <a:cxnLst/>
              <a:rect l="l" t="t" r="r" b="b"/>
              <a:pathLst>
                <a:path w="12593" h="8623" fill="none" extrusionOk="0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1008;p50"/>
            <p:cNvSpPr/>
            <p:nvPr/>
          </p:nvSpPr>
          <p:spPr>
            <a:xfrm>
              <a:off x="5937975" y="5210175"/>
              <a:ext cx="333700" cy="133375"/>
            </a:xfrm>
            <a:custGeom>
              <a:avLst/>
              <a:gdLst/>
              <a:ahLst/>
              <a:cxnLst/>
              <a:rect l="l" t="t" r="r" b="b"/>
              <a:pathLst>
                <a:path w="13348" h="5335" fill="none" extrusionOk="0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1009;p50"/>
            <p:cNvSpPr/>
            <p:nvPr/>
          </p:nvSpPr>
          <p:spPr>
            <a:xfrm>
              <a:off x="6352025" y="5109100"/>
              <a:ext cx="19500" cy="18900"/>
            </a:xfrm>
            <a:custGeom>
              <a:avLst/>
              <a:gdLst/>
              <a:ahLst/>
              <a:cxnLst/>
              <a:rect l="l" t="t" r="r" b="b"/>
              <a:pathLst>
                <a:path w="780" h="756" extrusionOk="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1010;p50"/>
          <p:cNvGrpSpPr/>
          <p:nvPr/>
        </p:nvGrpSpPr>
        <p:grpSpPr>
          <a:xfrm>
            <a:off x="9114989" y="5802238"/>
            <a:ext cx="290183" cy="333678"/>
            <a:chOff x="6673500" y="5031175"/>
            <a:chExt cx="345250" cy="397000"/>
          </a:xfrm>
        </p:grpSpPr>
        <p:sp>
          <p:nvSpPr>
            <p:cNvPr id="398" name="Google Shape;1011;p50"/>
            <p:cNvSpPr/>
            <p:nvPr/>
          </p:nvSpPr>
          <p:spPr>
            <a:xfrm>
              <a:off x="6731950" y="5031175"/>
              <a:ext cx="105375" cy="147375"/>
            </a:xfrm>
            <a:custGeom>
              <a:avLst/>
              <a:gdLst/>
              <a:ahLst/>
              <a:cxnLst/>
              <a:rect l="l" t="t" r="r" b="b"/>
              <a:pathLst>
                <a:path w="4215" h="5895" fill="none" extrusionOk="0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1012;p50"/>
            <p:cNvSpPr/>
            <p:nvPr/>
          </p:nvSpPr>
          <p:spPr>
            <a:xfrm>
              <a:off x="6673500" y="5146850"/>
              <a:ext cx="84050" cy="116925"/>
            </a:xfrm>
            <a:custGeom>
              <a:avLst/>
              <a:gdLst/>
              <a:ahLst/>
              <a:cxnLst/>
              <a:rect l="l" t="t" r="r" b="b"/>
              <a:pathLst>
                <a:path w="3362" h="4677" fill="none" extrusionOk="0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1013;p50"/>
            <p:cNvSpPr/>
            <p:nvPr/>
          </p:nvSpPr>
          <p:spPr>
            <a:xfrm>
              <a:off x="6859225" y="5033600"/>
              <a:ext cx="105350" cy="144950"/>
            </a:xfrm>
            <a:custGeom>
              <a:avLst/>
              <a:gdLst/>
              <a:ahLst/>
              <a:cxnLst/>
              <a:rect l="l" t="t" r="r" b="b"/>
              <a:pathLst>
                <a:path w="4214" h="5798" fill="none" extrusionOk="0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1014;p50"/>
            <p:cNvSpPr/>
            <p:nvPr/>
          </p:nvSpPr>
          <p:spPr>
            <a:xfrm>
              <a:off x="6931675" y="5150500"/>
              <a:ext cx="87075" cy="115725"/>
            </a:xfrm>
            <a:custGeom>
              <a:avLst/>
              <a:gdLst/>
              <a:ahLst/>
              <a:cxnLst/>
              <a:rect l="l" t="t" r="r" b="b"/>
              <a:pathLst>
                <a:path w="3483" h="4629" fill="none" extrusionOk="0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1015;p50"/>
            <p:cNvSpPr/>
            <p:nvPr/>
          </p:nvSpPr>
          <p:spPr>
            <a:xfrm>
              <a:off x="6715525" y="5180350"/>
              <a:ext cx="263050" cy="247825"/>
            </a:xfrm>
            <a:custGeom>
              <a:avLst/>
              <a:gdLst/>
              <a:ahLst/>
              <a:cxnLst/>
              <a:rect l="l" t="t" r="r" b="b"/>
              <a:pathLst>
                <a:path w="10522" h="9913" fill="none" extrusionOk="0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1016;p50"/>
          <p:cNvGrpSpPr/>
          <p:nvPr/>
        </p:nvGrpSpPr>
        <p:grpSpPr>
          <a:xfrm>
            <a:off x="6806976" y="1826883"/>
            <a:ext cx="387933" cy="345971"/>
            <a:chOff x="3927500" y="301425"/>
            <a:chExt cx="461550" cy="411625"/>
          </a:xfrm>
        </p:grpSpPr>
        <p:sp>
          <p:nvSpPr>
            <p:cNvPr id="404" name="Google Shape;1017;p50"/>
            <p:cNvSpPr/>
            <p:nvPr/>
          </p:nvSpPr>
          <p:spPr>
            <a:xfrm>
              <a:off x="4080925" y="302050"/>
              <a:ext cx="154075" cy="411000"/>
            </a:xfrm>
            <a:custGeom>
              <a:avLst/>
              <a:gdLst/>
              <a:ahLst/>
              <a:cxnLst/>
              <a:rect l="l" t="t" r="r" b="b"/>
              <a:pathLst>
                <a:path w="6163" h="16440" fill="none" extrusionOk="0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1018;p50"/>
            <p:cNvSpPr/>
            <p:nvPr/>
          </p:nvSpPr>
          <p:spPr>
            <a:xfrm>
              <a:off x="3927500" y="301425"/>
              <a:ext cx="153450" cy="406150"/>
            </a:xfrm>
            <a:custGeom>
              <a:avLst/>
              <a:gdLst/>
              <a:ahLst/>
              <a:cxnLst/>
              <a:rect l="l" t="t" r="r" b="b"/>
              <a:pathLst>
                <a:path w="6138" h="16246" fill="none" extrusionOk="0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1019;p50"/>
            <p:cNvSpPr/>
            <p:nvPr/>
          </p:nvSpPr>
          <p:spPr>
            <a:xfrm>
              <a:off x="4234975" y="306925"/>
              <a:ext cx="154075" cy="405525"/>
            </a:xfrm>
            <a:custGeom>
              <a:avLst/>
              <a:gdLst/>
              <a:ahLst/>
              <a:cxnLst/>
              <a:rect l="l" t="t" r="r" b="b"/>
              <a:pathLst>
                <a:path w="6163" h="16221" fill="none" extrusionOk="0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1020;p50"/>
            <p:cNvSpPr/>
            <p:nvPr/>
          </p:nvSpPr>
          <p:spPr>
            <a:xfrm>
              <a:off x="4295850" y="442075"/>
              <a:ext cx="46300" cy="26225"/>
            </a:xfrm>
            <a:custGeom>
              <a:avLst/>
              <a:gdLst/>
              <a:ahLst/>
              <a:cxnLst/>
              <a:rect l="l" t="t" r="r" b="b"/>
              <a:pathLst>
                <a:path w="1852" h="1049" fill="none" extrusionOk="0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1021;p50"/>
            <p:cNvSpPr/>
            <p:nvPr/>
          </p:nvSpPr>
          <p:spPr>
            <a:xfrm>
              <a:off x="4296475" y="415900"/>
              <a:ext cx="45075" cy="78575"/>
            </a:xfrm>
            <a:custGeom>
              <a:avLst/>
              <a:gdLst/>
              <a:ahLst/>
              <a:cxnLst/>
              <a:rect l="l" t="t" r="r" b="b"/>
              <a:pathLst>
                <a:path w="1803" h="3143" fill="none" extrusionOk="0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1022;p50"/>
            <p:cNvSpPr/>
            <p:nvPr/>
          </p:nvSpPr>
          <p:spPr>
            <a:xfrm>
              <a:off x="3968275" y="590050"/>
              <a:ext cx="25" cy="6100"/>
            </a:xfrm>
            <a:custGeom>
              <a:avLst/>
              <a:gdLst/>
              <a:ahLst/>
              <a:cxnLst/>
              <a:rect l="l" t="t" r="r" b="b"/>
              <a:pathLst>
                <a:path w="1" h="244" fill="none" extrusionOk="0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1023;p50"/>
            <p:cNvSpPr/>
            <p:nvPr/>
          </p:nvSpPr>
          <p:spPr>
            <a:xfrm>
              <a:off x="3970725" y="558375"/>
              <a:ext cx="1850" cy="12200"/>
            </a:xfrm>
            <a:custGeom>
              <a:avLst/>
              <a:gdLst/>
              <a:ahLst/>
              <a:cxnLst/>
              <a:rect l="l" t="t" r="r" b="b"/>
              <a:pathLst>
                <a:path w="74" h="488" fill="none" extrusionOk="0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1024;p50"/>
            <p:cNvSpPr/>
            <p:nvPr/>
          </p:nvSpPr>
          <p:spPr>
            <a:xfrm>
              <a:off x="3976200" y="527325"/>
              <a:ext cx="3675" cy="12200"/>
            </a:xfrm>
            <a:custGeom>
              <a:avLst/>
              <a:gdLst/>
              <a:ahLst/>
              <a:cxnLst/>
              <a:rect l="l" t="t" r="r" b="b"/>
              <a:pathLst>
                <a:path w="147" h="488" fill="none" extrusionOk="0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1025;p50"/>
            <p:cNvSpPr/>
            <p:nvPr/>
          </p:nvSpPr>
          <p:spPr>
            <a:xfrm>
              <a:off x="3985950" y="498100"/>
              <a:ext cx="4875" cy="10975"/>
            </a:xfrm>
            <a:custGeom>
              <a:avLst/>
              <a:gdLst/>
              <a:ahLst/>
              <a:cxnLst/>
              <a:rect l="l" t="t" r="r" b="b"/>
              <a:pathLst>
                <a:path w="195" h="439" fill="none" extrusionOk="0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1026;p50"/>
            <p:cNvSpPr/>
            <p:nvPr/>
          </p:nvSpPr>
          <p:spPr>
            <a:xfrm>
              <a:off x="4000550" y="471300"/>
              <a:ext cx="7325" cy="9775"/>
            </a:xfrm>
            <a:custGeom>
              <a:avLst/>
              <a:gdLst/>
              <a:ahLst/>
              <a:cxnLst/>
              <a:rect l="l" t="t" r="r" b="b"/>
              <a:pathLst>
                <a:path w="293" h="391" fill="none" extrusionOk="0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1027;p50"/>
            <p:cNvSpPr/>
            <p:nvPr/>
          </p:nvSpPr>
          <p:spPr>
            <a:xfrm>
              <a:off x="4021250" y="450600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1028;p50"/>
            <p:cNvSpPr/>
            <p:nvPr/>
          </p:nvSpPr>
          <p:spPr>
            <a:xfrm>
              <a:off x="4049250" y="440250"/>
              <a:ext cx="11600" cy="2475"/>
            </a:xfrm>
            <a:custGeom>
              <a:avLst/>
              <a:gdLst/>
              <a:ahLst/>
              <a:cxnLst/>
              <a:rect l="l" t="t" r="r" b="b"/>
              <a:pathLst>
                <a:path w="464" h="99" fill="none" extrusionOk="0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1029;p50"/>
            <p:cNvSpPr/>
            <p:nvPr/>
          </p:nvSpPr>
          <p:spPr>
            <a:xfrm>
              <a:off x="4080325" y="439650"/>
              <a:ext cx="12200" cy="1850"/>
            </a:xfrm>
            <a:custGeom>
              <a:avLst/>
              <a:gdLst/>
              <a:ahLst/>
              <a:cxnLst/>
              <a:rect l="l" t="t" r="r" b="b"/>
              <a:pathLst>
                <a:path w="488" h="74" fill="none" extrusionOk="0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1030;p50"/>
            <p:cNvSpPr/>
            <p:nvPr/>
          </p:nvSpPr>
          <p:spPr>
            <a:xfrm>
              <a:off x="4110150" y="450000"/>
              <a:ext cx="9150" cy="7950"/>
            </a:xfrm>
            <a:custGeom>
              <a:avLst/>
              <a:gdLst/>
              <a:ahLst/>
              <a:cxnLst/>
              <a:rect l="l" t="t" r="r" b="b"/>
              <a:pathLst>
                <a:path w="366" h="318" fill="none" extrusionOk="0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1031;p50"/>
            <p:cNvSpPr/>
            <p:nvPr/>
          </p:nvSpPr>
          <p:spPr>
            <a:xfrm>
              <a:off x="4130250" y="473750"/>
              <a:ext cx="4900" cy="10975"/>
            </a:xfrm>
            <a:custGeom>
              <a:avLst/>
              <a:gdLst/>
              <a:ahLst/>
              <a:cxnLst/>
              <a:rect l="l" t="t" r="r" b="b"/>
              <a:pathLst>
                <a:path w="196" h="439" fill="none" extrusionOk="0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1032;p50"/>
            <p:cNvSpPr/>
            <p:nvPr/>
          </p:nvSpPr>
          <p:spPr>
            <a:xfrm>
              <a:off x="4141800" y="502975"/>
              <a:ext cx="3700" cy="11600"/>
            </a:xfrm>
            <a:custGeom>
              <a:avLst/>
              <a:gdLst/>
              <a:ahLst/>
              <a:cxnLst/>
              <a:rect l="l" t="t" r="r" b="b"/>
              <a:pathLst>
                <a:path w="148" h="464" fill="none" extrusionOk="0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1033;p50"/>
            <p:cNvSpPr/>
            <p:nvPr/>
          </p:nvSpPr>
          <p:spPr>
            <a:xfrm>
              <a:off x="4150950" y="533425"/>
              <a:ext cx="3675" cy="11575"/>
            </a:xfrm>
            <a:custGeom>
              <a:avLst/>
              <a:gdLst/>
              <a:ahLst/>
              <a:cxnLst/>
              <a:rect l="l" t="t" r="r" b="b"/>
              <a:pathLst>
                <a:path w="147" h="463" fill="none" extrusionOk="0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1034;p50"/>
            <p:cNvSpPr/>
            <p:nvPr/>
          </p:nvSpPr>
          <p:spPr>
            <a:xfrm>
              <a:off x="4160675" y="563850"/>
              <a:ext cx="4900" cy="11000"/>
            </a:xfrm>
            <a:custGeom>
              <a:avLst/>
              <a:gdLst/>
              <a:ahLst/>
              <a:cxnLst/>
              <a:rect l="l" t="t" r="r" b="b"/>
              <a:pathLst>
                <a:path w="196" h="440" fill="none" extrusionOk="0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1035;p50"/>
            <p:cNvSpPr/>
            <p:nvPr/>
          </p:nvSpPr>
          <p:spPr>
            <a:xfrm>
              <a:off x="4175300" y="591875"/>
              <a:ext cx="7325" cy="9150"/>
            </a:xfrm>
            <a:custGeom>
              <a:avLst/>
              <a:gdLst/>
              <a:ahLst/>
              <a:cxnLst/>
              <a:rect l="l" t="t" r="r" b="b"/>
              <a:pathLst>
                <a:path w="293" h="366" fill="none" extrusionOk="0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1036;p50"/>
            <p:cNvSpPr/>
            <p:nvPr/>
          </p:nvSpPr>
          <p:spPr>
            <a:xfrm>
              <a:off x="4198425" y="613175"/>
              <a:ext cx="11000" cy="4900"/>
            </a:xfrm>
            <a:custGeom>
              <a:avLst/>
              <a:gdLst/>
              <a:ahLst/>
              <a:cxnLst/>
              <a:rect l="l" t="t" r="r" b="b"/>
              <a:pathLst>
                <a:path w="440" h="196" fill="none" extrusionOk="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1037;p50"/>
            <p:cNvSpPr/>
            <p:nvPr/>
          </p:nvSpPr>
          <p:spPr>
            <a:xfrm>
              <a:off x="4228275" y="621100"/>
              <a:ext cx="12200" cy="625"/>
            </a:xfrm>
            <a:custGeom>
              <a:avLst/>
              <a:gdLst/>
              <a:ahLst/>
              <a:cxnLst/>
              <a:rect l="l" t="t" r="r" b="b"/>
              <a:pathLst>
                <a:path w="488" h="25" fill="none" extrusionOk="0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1038;p50"/>
            <p:cNvSpPr/>
            <p:nvPr/>
          </p:nvSpPr>
          <p:spPr>
            <a:xfrm>
              <a:off x="4259925" y="616225"/>
              <a:ext cx="11600" cy="3075"/>
            </a:xfrm>
            <a:custGeom>
              <a:avLst/>
              <a:gdLst/>
              <a:ahLst/>
              <a:cxnLst/>
              <a:rect l="l" t="t" r="r" b="b"/>
              <a:pathLst>
                <a:path w="464" h="123" fill="none" extrusionOk="0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1039;p50"/>
            <p:cNvSpPr/>
            <p:nvPr/>
          </p:nvSpPr>
          <p:spPr>
            <a:xfrm>
              <a:off x="4289775" y="602225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1040;p50"/>
            <p:cNvSpPr/>
            <p:nvPr/>
          </p:nvSpPr>
          <p:spPr>
            <a:xfrm>
              <a:off x="4313525" y="577875"/>
              <a:ext cx="6100" cy="10375"/>
            </a:xfrm>
            <a:custGeom>
              <a:avLst/>
              <a:gdLst/>
              <a:ahLst/>
              <a:cxnLst/>
              <a:rect l="l" t="t" r="r" b="b"/>
              <a:pathLst>
                <a:path w="244" h="415" fill="none" extrusionOk="0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1041;p50"/>
            <p:cNvSpPr/>
            <p:nvPr/>
          </p:nvSpPr>
          <p:spPr>
            <a:xfrm>
              <a:off x="4326300" y="547425"/>
              <a:ext cx="2450" cy="12200"/>
            </a:xfrm>
            <a:custGeom>
              <a:avLst/>
              <a:gdLst/>
              <a:ahLst/>
              <a:cxnLst/>
              <a:rect l="l" t="t" r="r" b="b"/>
              <a:pathLst>
                <a:path w="98" h="488" fill="none" extrusionOk="0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1042;p50"/>
            <p:cNvSpPr/>
            <p:nvPr/>
          </p:nvSpPr>
          <p:spPr>
            <a:xfrm>
              <a:off x="4329350" y="515750"/>
              <a:ext cx="625" cy="12200"/>
            </a:xfrm>
            <a:custGeom>
              <a:avLst/>
              <a:gdLst/>
              <a:ahLst/>
              <a:cxnLst/>
              <a:rect l="l" t="t" r="r" b="b"/>
              <a:pathLst>
                <a:path w="25" h="488" fill="none" extrusionOk="0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043;p50"/>
            <p:cNvSpPr/>
            <p:nvPr/>
          </p:nvSpPr>
          <p:spPr>
            <a:xfrm>
              <a:off x="4325075" y="488975"/>
              <a:ext cx="1250" cy="6100"/>
            </a:xfrm>
            <a:custGeom>
              <a:avLst/>
              <a:gdLst/>
              <a:ahLst/>
              <a:cxnLst/>
              <a:rect l="l" t="t" r="r" b="b"/>
              <a:pathLst>
                <a:path w="50" h="244" fill="none" extrusionOk="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" name="Google Shape;1044;p50"/>
          <p:cNvGrpSpPr/>
          <p:nvPr/>
        </p:nvGrpSpPr>
        <p:grpSpPr>
          <a:xfrm>
            <a:off x="9094523" y="1833544"/>
            <a:ext cx="332670" cy="332670"/>
            <a:chOff x="6649150" y="309350"/>
            <a:chExt cx="395800" cy="395800"/>
          </a:xfrm>
        </p:grpSpPr>
        <p:sp>
          <p:nvSpPr>
            <p:cNvPr id="432" name="Google Shape;1045;p50"/>
            <p:cNvSpPr/>
            <p:nvPr/>
          </p:nvSpPr>
          <p:spPr>
            <a:xfrm>
              <a:off x="6649150" y="309350"/>
              <a:ext cx="395800" cy="395800"/>
            </a:xfrm>
            <a:custGeom>
              <a:avLst/>
              <a:gdLst/>
              <a:ahLst/>
              <a:cxnLst/>
              <a:rect l="l" t="t" r="r" b="b"/>
              <a:pathLst>
                <a:path w="15832" h="15832" fill="none" extrusionOk="0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1046;p50"/>
            <p:cNvSpPr/>
            <p:nvPr/>
          </p:nvSpPr>
          <p:spPr>
            <a:xfrm>
              <a:off x="6673500" y="333700"/>
              <a:ext cx="347100" cy="347100"/>
            </a:xfrm>
            <a:custGeom>
              <a:avLst/>
              <a:gdLst/>
              <a:ahLst/>
              <a:cxnLst/>
              <a:rect l="l" t="t" r="r" b="b"/>
              <a:pathLst>
                <a:path w="13884" h="13884" fill="none" extrusionOk="0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1047;p50"/>
            <p:cNvSpPr/>
            <p:nvPr/>
          </p:nvSpPr>
          <p:spPr>
            <a:xfrm>
              <a:off x="6848850" y="397625"/>
              <a:ext cx="54825" cy="169300"/>
            </a:xfrm>
            <a:custGeom>
              <a:avLst/>
              <a:gdLst/>
              <a:ahLst/>
              <a:cxnLst/>
              <a:rect l="l" t="t" r="r" b="b"/>
              <a:pathLst>
                <a:path w="2193" h="6772" fill="none" extrusionOk="0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1048;p50"/>
            <p:cNvSpPr/>
            <p:nvPr/>
          </p:nvSpPr>
          <p:spPr>
            <a:xfrm>
              <a:off x="6847025" y="33370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1049;p50"/>
            <p:cNvSpPr/>
            <p:nvPr/>
          </p:nvSpPr>
          <p:spPr>
            <a:xfrm>
              <a:off x="6760575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1050;p50"/>
            <p:cNvSpPr/>
            <p:nvPr/>
          </p:nvSpPr>
          <p:spPr>
            <a:xfrm>
              <a:off x="6760575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1051;p50"/>
            <p:cNvSpPr/>
            <p:nvPr/>
          </p:nvSpPr>
          <p:spPr>
            <a:xfrm>
              <a:off x="6696650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1052;p50"/>
            <p:cNvSpPr/>
            <p:nvPr/>
          </p:nvSpPr>
          <p:spPr>
            <a:xfrm>
              <a:off x="6696650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1053;p50"/>
            <p:cNvSpPr/>
            <p:nvPr/>
          </p:nvSpPr>
          <p:spPr>
            <a:xfrm>
              <a:off x="667350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1054;p50"/>
            <p:cNvSpPr/>
            <p:nvPr/>
          </p:nvSpPr>
          <p:spPr>
            <a:xfrm>
              <a:off x="6696650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055;p50"/>
            <p:cNvSpPr/>
            <p:nvPr/>
          </p:nvSpPr>
          <p:spPr>
            <a:xfrm>
              <a:off x="6696650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056;p50"/>
            <p:cNvSpPr/>
            <p:nvPr/>
          </p:nvSpPr>
          <p:spPr>
            <a:xfrm>
              <a:off x="6760575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057;p50"/>
            <p:cNvSpPr/>
            <p:nvPr/>
          </p:nvSpPr>
          <p:spPr>
            <a:xfrm>
              <a:off x="6760575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058;p50"/>
            <p:cNvSpPr/>
            <p:nvPr/>
          </p:nvSpPr>
          <p:spPr>
            <a:xfrm>
              <a:off x="6847025" y="65155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059;p50"/>
            <p:cNvSpPr/>
            <p:nvPr/>
          </p:nvSpPr>
          <p:spPr>
            <a:xfrm>
              <a:off x="6919500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060;p50"/>
            <p:cNvSpPr/>
            <p:nvPr/>
          </p:nvSpPr>
          <p:spPr>
            <a:xfrm>
              <a:off x="6933500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1061;p50"/>
            <p:cNvSpPr/>
            <p:nvPr/>
          </p:nvSpPr>
          <p:spPr>
            <a:xfrm>
              <a:off x="6972475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1062;p50"/>
            <p:cNvSpPr/>
            <p:nvPr/>
          </p:nvSpPr>
          <p:spPr>
            <a:xfrm>
              <a:off x="6997425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063;p50"/>
            <p:cNvSpPr/>
            <p:nvPr/>
          </p:nvSpPr>
          <p:spPr>
            <a:xfrm>
              <a:off x="699135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1064;p50"/>
            <p:cNvSpPr/>
            <p:nvPr/>
          </p:nvSpPr>
          <p:spPr>
            <a:xfrm>
              <a:off x="6972475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1065;p50"/>
            <p:cNvSpPr/>
            <p:nvPr/>
          </p:nvSpPr>
          <p:spPr>
            <a:xfrm>
              <a:off x="6997425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1066;p50"/>
            <p:cNvSpPr/>
            <p:nvPr/>
          </p:nvSpPr>
          <p:spPr>
            <a:xfrm>
              <a:off x="6919500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1067;p50"/>
            <p:cNvSpPr/>
            <p:nvPr/>
          </p:nvSpPr>
          <p:spPr>
            <a:xfrm>
              <a:off x="6933500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1068;p50"/>
          <p:cNvGrpSpPr/>
          <p:nvPr/>
        </p:nvGrpSpPr>
        <p:grpSpPr>
          <a:xfrm>
            <a:off x="8526976" y="1841214"/>
            <a:ext cx="337797" cy="319873"/>
            <a:chOff x="5973900" y="318475"/>
            <a:chExt cx="401900" cy="380575"/>
          </a:xfrm>
        </p:grpSpPr>
        <p:sp>
          <p:nvSpPr>
            <p:cNvPr id="456" name="Google Shape;1069;p50"/>
            <p:cNvSpPr/>
            <p:nvPr/>
          </p:nvSpPr>
          <p:spPr>
            <a:xfrm>
              <a:off x="5973900" y="337975"/>
              <a:ext cx="401900" cy="67000"/>
            </a:xfrm>
            <a:custGeom>
              <a:avLst/>
              <a:gdLst/>
              <a:ahLst/>
              <a:cxnLst/>
              <a:rect l="l" t="t" r="r" b="b"/>
              <a:pathLst>
                <a:path w="16076" h="2680" fill="none" extrusionOk="0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1070;p50"/>
            <p:cNvSpPr/>
            <p:nvPr/>
          </p:nvSpPr>
          <p:spPr>
            <a:xfrm>
              <a:off x="6024450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1071;p50"/>
            <p:cNvSpPr/>
            <p:nvPr/>
          </p:nvSpPr>
          <p:spPr>
            <a:xfrm>
              <a:off x="6280175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1072;p50"/>
            <p:cNvSpPr/>
            <p:nvPr/>
          </p:nvSpPr>
          <p:spPr>
            <a:xfrm>
              <a:off x="5973900" y="667375"/>
              <a:ext cx="401900" cy="31675"/>
            </a:xfrm>
            <a:custGeom>
              <a:avLst/>
              <a:gdLst/>
              <a:ahLst/>
              <a:cxnLst/>
              <a:rect l="l" t="t" r="r" b="b"/>
              <a:pathLst>
                <a:path w="16076" h="1267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1073;p50"/>
            <p:cNvSpPr/>
            <p:nvPr/>
          </p:nvSpPr>
          <p:spPr>
            <a:xfrm>
              <a:off x="6302700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1074;p50"/>
            <p:cNvSpPr/>
            <p:nvPr/>
          </p:nvSpPr>
          <p:spPr>
            <a:xfrm>
              <a:off x="6046975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1075;p50"/>
            <p:cNvSpPr/>
            <p:nvPr/>
          </p:nvSpPr>
          <p:spPr>
            <a:xfrm>
              <a:off x="5973900" y="407375"/>
              <a:ext cx="401900" cy="272200"/>
            </a:xfrm>
            <a:custGeom>
              <a:avLst/>
              <a:gdLst/>
              <a:ahLst/>
              <a:cxnLst/>
              <a:rect l="l" t="t" r="r" b="b"/>
              <a:pathLst>
                <a:path w="16076" h="10888" fill="none" extrusionOk="0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1076;p50"/>
            <p:cNvSpPr/>
            <p:nvPr/>
          </p:nvSpPr>
          <p:spPr>
            <a:xfrm>
              <a:off x="6024450" y="456100"/>
              <a:ext cx="300800" cy="175375"/>
            </a:xfrm>
            <a:custGeom>
              <a:avLst/>
              <a:gdLst/>
              <a:ahLst/>
              <a:cxnLst/>
              <a:rect l="l" t="t" r="r" b="b"/>
              <a:pathLst>
                <a:path w="12032" h="7015" fill="none" extrusionOk="0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1077;p50"/>
            <p:cNvSpPr/>
            <p:nvPr/>
          </p:nvSpPr>
          <p:spPr>
            <a:xfrm>
              <a:off x="6024450" y="57300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1078;p50"/>
            <p:cNvSpPr/>
            <p:nvPr/>
          </p:nvSpPr>
          <p:spPr>
            <a:xfrm>
              <a:off x="6024450" y="51455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1079;p50"/>
            <p:cNvSpPr/>
            <p:nvPr/>
          </p:nvSpPr>
          <p:spPr>
            <a:xfrm>
              <a:off x="626495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1080;p50"/>
            <p:cNvSpPr/>
            <p:nvPr/>
          </p:nvSpPr>
          <p:spPr>
            <a:xfrm>
              <a:off x="620467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1081;p50"/>
            <p:cNvSpPr/>
            <p:nvPr/>
          </p:nvSpPr>
          <p:spPr>
            <a:xfrm>
              <a:off x="614500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1082;p50"/>
            <p:cNvSpPr/>
            <p:nvPr/>
          </p:nvSpPr>
          <p:spPr>
            <a:xfrm>
              <a:off x="608472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1083;p50"/>
          <p:cNvGrpSpPr/>
          <p:nvPr/>
        </p:nvGrpSpPr>
        <p:grpSpPr>
          <a:xfrm>
            <a:off x="4572129" y="2354507"/>
            <a:ext cx="342882" cy="418128"/>
            <a:chOff x="1268550" y="929175"/>
            <a:chExt cx="407950" cy="497475"/>
          </a:xfrm>
        </p:grpSpPr>
        <p:sp>
          <p:nvSpPr>
            <p:cNvPr id="471" name="Google Shape;1084;p50"/>
            <p:cNvSpPr/>
            <p:nvPr/>
          </p:nvSpPr>
          <p:spPr>
            <a:xfrm>
              <a:off x="12685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1085;p50"/>
            <p:cNvSpPr/>
            <p:nvPr/>
          </p:nvSpPr>
          <p:spPr>
            <a:xfrm>
              <a:off x="12989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1086;p50"/>
            <p:cNvSpPr/>
            <p:nvPr/>
          </p:nvSpPr>
          <p:spPr>
            <a:xfrm>
              <a:off x="15924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1087;p50"/>
          <p:cNvGrpSpPr/>
          <p:nvPr/>
        </p:nvGrpSpPr>
        <p:grpSpPr>
          <a:xfrm>
            <a:off x="9058193" y="2370371"/>
            <a:ext cx="405331" cy="388962"/>
            <a:chOff x="6605925" y="948050"/>
            <a:chExt cx="482250" cy="462775"/>
          </a:xfrm>
        </p:grpSpPr>
        <p:sp>
          <p:nvSpPr>
            <p:cNvPr id="475" name="Google Shape;1088;p50"/>
            <p:cNvSpPr/>
            <p:nvPr/>
          </p:nvSpPr>
          <p:spPr>
            <a:xfrm>
              <a:off x="6847025" y="1209875"/>
              <a:ext cx="60325" cy="200950"/>
            </a:xfrm>
            <a:custGeom>
              <a:avLst/>
              <a:gdLst/>
              <a:ahLst/>
              <a:cxnLst/>
              <a:rect l="l" t="t" r="r" b="b"/>
              <a:pathLst>
                <a:path w="2413" h="8038" fill="none" extrusionOk="0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1089;p50"/>
            <p:cNvSpPr/>
            <p:nvPr/>
          </p:nvSpPr>
          <p:spPr>
            <a:xfrm>
              <a:off x="6605925" y="971800"/>
              <a:ext cx="482250" cy="228350"/>
            </a:xfrm>
            <a:custGeom>
              <a:avLst/>
              <a:gdLst/>
              <a:ahLst/>
              <a:cxnLst/>
              <a:rect l="l" t="t" r="r" b="b"/>
              <a:pathLst>
                <a:path w="19290" h="9134" fill="none" extrusionOk="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1090;p50"/>
            <p:cNvSpPr/>
            <p:nvPr/>
          </p:nvSpPr>
          <p:spPr>
            <a:xfrm>
              <a:off x="6847025" y="948050"/>
              <a:ext cx="25" cy="23775"/>
            </a:xfrm>
            <a:custGeom>
              <a:avLst/>
              <a:gdLst/>
              <a:ahLst/>
              <a:cxnLst/>
              <a:rect l="l" t="t" r="r" b="b"/>
              <a:pathLst>
                <a:path w="1" h="951" fill="none" extrusionOk="0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091;p50"/>
            <p:cNvSpPr/>
            <p:nvPr/>
          </p:nvSpPr>
          <p:spPr>
            <a:xfrm>
              <a:off x="6847025" y="1001025"/>
              <a:ext cx="25" cy="183900"/>
            </a:xfrm>
            <a:custGeom>
              <a:avLst/>
              <a:gdLst/>
              <a:ahLst/>
              <a:cxnLst/>
              <a:rect l="l" t="t" r="r" b="b"/>
              <a:pathLst>
                <a:path w="1" h="7356" fill="none" extrusionOk="0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092;p50"/>
            <p:cNvSpPr/>
            <p:nvPr/>
          </p:nvSpPr>
          <p:spPr>
            <a:xfrm>
              <a:off x="6872000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093;p50"/>
            <p:cNvSpPr/>
            <p:nvPr/>
          </p:nvSpPr>
          <p:spPr>
            <a:xfrm>
              <a:off x="6736825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" name="Google Shape;1094;p50"/>
          <p:cNvGrpSpPr/>
          <p:nvPr/>
        </p:nvGrpSpPr>
        <p:grpSpPr>
          <a:xfrm>
            <a:off x="9152875" y="3522340"/>
            <a:ext cx="215966" cy="342399"/>
            <a:chOff x="6718575" y="2318625"/>
            <a:chExt cx="256950" cy="407375"/>
          </a:xfrm>
        </p:grpSpPr>
        <p:sp>
          <p:nvSpPr>
            <p:cNvPr id="482" name="Google Shape;1095;p50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096;p50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097;p50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098;p50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099;p50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100;p50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101;p50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102;p50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1103;p50"/>
          <p:cNvGrpSpPr/>
          <p:nvPr/>
        </p:nvGrpSpPr>
        <p:grpSpPr>
          <a:xfrm>
            <a:off x="6254264" y="4149248"/>
            <a:ext cx="363369" cy="221115"/>
            <a:chOff x="3269900" y="3064500"/>
            <a:chExt cx="432325" cy="263075"/>
          </a:xfrm>
        </p:grpSpPr>
        <p:sp>
          <p:nvSpPr>
            <p:cNvPr id="491" name="Google Shape;1104;p50"/>
            <p:cNvSpPr/>
            <p:nvPr/>
          </p:nvSpPr>
          <p:spPr>
            <a:xfrm>
              <a:off x="3269900" y="3064500"/>
              <a:ext cx="432325" cy="263075"/>
            </a:xfrm>
            <a:custGeom>
              <a:avLst/>
              <a:gdLst/>
              <a:ahLst/>
              <a:cxnLst/>
              <a:rect l="l" t="t" r="r" b="b"/>
              <a:pathLst>
                <a:path w="17293" h="10523" fill="none" extrusionOk="0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105;p50"/>
            <p:cNvSpPr/>
            <p:nvPr/>
          </p:nvSpPr>
          <p:spPr>
            <a:xfrm>
              <a:off x="3445875" y="3155825"/>
              <a:ext cx="80400" cy="80400"/>
            </a:xfrm>
            <a:custGeom>
              <a:avLst/>
              <a:gdLst/>
              <a:ahLst/>
              <a:cxnLst/>
              <a:rect l="l" t="t" r="r" b="b"/>
              <a:pathLst>
                <a:path w="3216" h="3216" fill="none" extrusionOk="0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106;p50"/>
            <p:cNvSpPr/>
            <p:nvPr/>
          </p:nvSpPr>
          <p:spPr>
            <a:xfrm>
              <a:off x="3381925" y="3091900"/>
              <a:ext cx="208275" cy="208275"/>
            </a:xfrm>
            <a:custGeom>
              <a:avLst/>
              <a:gdLst/>
              <a:ahLst/>
              <a:cxnLst/>
              <a:rect l="l" t="t" r="r" b="b"/>
              <a:pathLst>
                <a:path w="8331" h="8331" fill="none" extrusionOk="0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1107;p50"/>
          <p:cNvGrpSpPr/>
          <p:nvPr/>
        </p:nvGrpSpPr>
        <p:grpSpPr>
          <a:xfrm>
            <a:off x="9128290" y="4081692"/>
            <a:ext cx="265115" cy="372594"/>
            <a:chOff x="6689325" y="2984125"/>
            <a:chExt cx="315425" cy="443300"/>
          </a:xfrm>
        </p:grpSpPr>
        <p:sp>
          <p:nvSpPr>
            <p:cNvPr id="495" name="Google Shape;1108;p50"/>
            <p:cNvSpPr/>
            <p:nvPr/>
          </p:nvSpPr>
          <p:spPr>
            <a:xfrm>
              <a:off x="6689325" y="2984125"/>
              <a:ext cx="315425" cy="77975"/>
            </a:xfrm>
            <a:custGeom>
              <a:avLst/>
              <a:gdLst/>
              <a:ahLst/>
              <a:cxnLst/>
              <a:rect l="l" t="t" r="r" b="b"/>
              <a:pathLst>
                <a:path w="12617" h="3119" fill="none" extrusionOk="0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109;p50"/>
            <p:cNvSpPr/>
            <p:nvPr/>
          </p:nvSpPr>
          <p:spPr>
            <a:xfrm>
              <a:off x="6702125" y="3069375"/>
              <a:ext cx="289850" cy="358050"/>
            </a:xfrm>
            <a:custGeom>
              <a:avLst/>
              <a:gdLst/>
              <a:ahLst/>
              <a:cxnLst/>
              <a:rect l="l" t="t" r="r" b="b"/>
              <a:pathLst>
                <a:path w="11594" h="14322" fill="none" extrusionOk="0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110;p50"/>
            <p:cNvSpPr/>
            <p:nvPr/>
          </p:nvSpPr>
          <p:spPr>
            <a:xfrm>
              <a:off x="67611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111;p50"/>
            <p:cNvSpPr/>
            <p:nvPr/>
          </p:nvSpPr>
          <p:spPr>
            <a:xfrm>
              <a:off x="684702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112;p50"/>
            <p:cNvSpPr/>
            <p:nvPr/>
          </p:nvSpPr>
          <p:spPr>
            <a:xfrm>
              <a:off x="69328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1113;p50"/>
          <p:cNvGrpSpPr/>
          <p:nvPr/>
        </p:nvGrpSpPr>
        <p:grpSpPr>
          <a:xfrm>
            <a:off x="5177016" y="5176360"/>
            <a:ext cx="256416" cy="414535"/>
            <a:chOff x="1988225" y="4286525"/>
            <a:chExt cx="305075" cy="493200"/>
          </a:xfrm>
        </p:grpSpPr>
        <p:sp>
          <p:nvSpPr>
            <p:cNvPr id="501" name="Google Shape;1114;p50"/>
            <p:cNvSpPr/>
            <p:nvPr/>
          </p:nvSpPr>
          <p:spPr>
            <a:xfrm>
              <a:off x="2178800" y="4519725"/>
              <a:ext cx="114500" cy="114475"/>
            </a:xfrm>
            <a:custGeom>
              <a:avLst/>
              <a:gdLst/>
              <a:ahLst/>
              <a:cxnLst/>
              <a:rect l="l" t="t" r="r" b="b"/>
              <a:pathLst>
                <a:path w="4580" h="4579" fill="none" extrusionOk="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115;p50"/>
            <p:cNvSpPr/>
            <p:nvPr/>
          </p:nvSpPr>
          <p:spPr>
            <a:xfrm>
              <a:off x="1988225" y="45392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116;p50"/>
            <p:cNvSpPr/>
            <p:nvPr/>
          </p:nvSpPr>
          <p:spPr>
            <a:xfrm>
              <a:off x="2042425" y="4286525"/>
              <a:ext cx="239300" cy="236250"/>
            </a:xfrm>
            <a:custGeom>
              <a:avLst/>
              <a:gdLst/>
              <a:ahLst/>
              <a:cxnLst/>
              <a:rect l="l" t="t" r="r" b="b"/>
              <a:pathLst>
                <a:path w="9572" h="9450" fill="none" extrusionOk="0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117;p50"/>
            <p:cNvSpPr/>
            <p:nvPr/>
          </p:nvSpPr>
          <p:spPr>
            <a:xfrm>
              <a:off x="2161750" y="4522750"/>
              <a:ext cx="25" cy="256975"/>
            </a:xfrm>
            <a:custGeom>
              <a:avLst/>
              <a:gdLst/>
              <a:ahLst/>
              <a:cxnLst/>
              <a:rect l="l" t="t" r="r" b="b"/>
              <a:pathLst>
                <a:path w="1" h="10279" fill="none" extrusionOk="0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118;p50"/>
            <p:cNvSpPr/>
            <p:nvPr/>
          </p:nvSpPr>
          <p:spPr>
            <a:xfrm>
              <a:off x="2133750" y="4377850"/>
              <a:ext cx="56050" cy="56025"/>
            </a:xfrm>
            <a:custGeom>
              <a:avLst/>
              <a:gdLst/>
              <a:ahLst/>
              <a:cxnLst/>
              <a:rect l="l" t="t" r="r" b="b"/>
              <a:pathLst>
                <a:path w="2242" h="2241" fill="none" extrusionOk="0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119;p50"/>
            <p:cNvSpPr/>
            <p:nvPr/>
          </p:nvSpPr>
          <p:spPr>
            <a:xfrm>
              <a:off x="2038150" y="45891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120;p50"/>
            <p:cNvSpPr/>
            <p:nvPr/>
          </p:nvSpPr>
          <p:spPr>
            <a:xfrm>
              <a:off x="2194025" y="4564150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1121;p50"/>
          <p:cNvGrpSpPr/>
          <p:nvPr/>
        </p:nvGrpSpPr>
        <p:grpSpPr>
          <a:xfrm>
            <a:off x="5721008" y="5205525"/>
            <a:ext cx="309640" cy="392030"/>
            <a:chOff x="2635450" y="4321225"/>
            <a:chExt cx="368400" cy="466425"/>
          </a:xfrm>
        </p:grpSpPr>
        <p:sp>
          <p:nvSpPr>
            <p:cNvPr id="509" name="Google Shape;1122;p50"/>
            <p:cNvSpPr/>
            <p:nvPr/>
          </p:nvSpPr>
          <p:spPr>
            <a:xfrm>
              <a:off x="2635450" y="4653050"/>
              <a:ext cx="368400" cy="134600"/>
            </a:xfrm>
            <a:custGeom>
              <a:avLst/>
              <a:gdLst/>
              <a:ahLst/>
              <a:cxnLst/>
              <a:rect l="l" t="t" r="r" b="b"/>
              <a:pathLst>
                <a:path w="14736" h="5384" fill="none" extrusionOk="0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123;p50"/>
            <p:cNvSpPr/>
            <p:nvPr/>
          </p:nvSpPr>
          <p:spPr>
            <a:xfrm>
              <a:off x="2819350" y="4321225"/>
              <a:ext cx="25" cy="347075"/>
            </a:xfrm>
            <a:custGeom>
              <a:avLst/>
              <a:gdLst/>
              <a:ahLst/>
              <a:cxnLst/>
              <a:rect l="l" t="t" r="r" b="b"/>
              <a:pathLst>
                <a:path w="1" h="13883" fill="none" extrusionOk="0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124;p50"/>
            <p:cNvSpPr/>
            <p:nvPr/>
          </p:nvSpPr>
          <p:spPr>
            <a:xfrm>
              <a:off x="2835175" y="4328525"/>
              <a:ext cx="114475" cy="114500"/>
            </a:xfrm>
            <a:custGeom>
              <a:avLst/>
              <a:gdLst/>
              <a:ahLst/>
              <a:cxnLst/>
              <a:rect l="l" t="t" r="r" b="b"/>
              <a:pathLst>
                <a:path w="4579" h="4580" fill="none" extrusionOk="0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125;p50"/>
            <p:cNvSpPr/>
            <p:nvPr/>
          </p:nvSpPr>
          <p:spPr>
            <a:xfrm>
              <a:off x="2850400" y="4372975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126;p50"/>
            <p:cNvSpPr/>
            <p:nvPr/>
          </p:nvSpPr>
          <p:spPr>
            <a:xfrm>
              <a:off x="2646425" y="44296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127;p50"/>
            <p:cNvSpPr/>
            <p:nvPr/>
          </p:nvSpPr>
          <p:spPr>
            <a:xfrm>
              <a:off x="2696350" y="44795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1128;p50"/>
          <p:cNvGrpSpPr/>
          <p:nvPr/>
        </p:nvGrpSpPr>
        <p:grpSpPr>
          <a:xfrm>
            <a:off x="9089417" y="5195796"/>
            <a:ext cx="342882" cy="383835"/>
            <a:chOff x="6643075" y="4309650"/>
            <a:chExt cx="407950" cy="456675"/>
          </a:xfrm>
        </p:grpSpPr>
        <p:sp>
          <p:nvSpPr>
            <p:cNvPr id="516" name="Google Shape;1129;p50"/>
            <p:cNvSpPr/>
            <p:nvPr/>
          </p:nvSpPr>
          <p:spPr>
            <a:xfrm>
              <a:off x="6643075" y="4698125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130;p50"/>
            <p:cNvSpPr/>
            <p:nvPr/>
          </p:nvSpPr>
          <p:spPr>
            <a:xfrm>
              <a:off x="6643075" y="472735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1131;p50"/>
            <p:cNvSpPr/>
            <p:nvPr/>
          </p:nvSpPr>
          <p:spPr>
            <a:xfrm>
              <a:off x="6643075" y="475170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1132;p50"/>
            <p:cNvSpPr/>
            <p:nvPr/>
          </p:nvSpPr>
          <p:spPr>
            <a:xfrm>
              <a:off x="6672900" y="4309650"/>
              <a:ext cx="348900" cy="376300"/>
            </a:xfrm>
            <a:custGeom>
              <a:avLst/>
              <a:gdLst/>
              <a:ahLst/>
              <a:cxnLst/>
              <a:rect l="l" t="t" r="r" b="b"/>
              <a:pathLst>
                <a:path w="13956" h="15052" fill="none" extrusionOk="0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1133;p50"/>
            <p:cNvSpPr/>
            <p:nvPr/>
          </p:nvSpPr>
          <p:spPr>
            <a:xfrm>
              <a:off x="6805625" y="4452725"/>
              <a:ext cx="15850" cy="28050"/>
            </a:xfrm>
            <a:custGeom>
              <a:avLst/>
              <a:gdLst/>
              <a:ahLst/>
              <a:cxnLst/>
              <a:rect l="l" t="t" r="r" b="b"/>
              <a:pathLst>
                <a:path w="634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1134;p50"/>
            <p:cNvSpPr/>
            <p:nvPr/>
          </p:nvSpPr>
          <p:spPr>
            <a:xfrm>
              <a:off x="6872600" y="4452725"/>
              <a:ext cx="15875" cy="28050"/>
            </a:xfrm>
            <a:custGeom>
              <a:avLst/>
              <a:gdLst/>
              <a:ahLst/>
              <a:cxnLst/>
              <a:rect l="l" t="t" r="r" b="b"/>
              <a:pathLst>
                <a:path w="635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1135;p50"/>
            <p:cNvSpPr/>
            <p:nvPr/>
          </p:nvSpPr>
          <p:spPr>
            <a:xfrm>
              <a:off x="6709425" y="4414975"/>
              <a:ext cx="275250" cy="54825"/>
            </a:xfrm>
            <a:custGeom>
              <a:avLst/>
              <a:gdLst/>
              <a:ahLst/>
              <a:cxnLst/>
              <a:rect l="l" t="t" r="r" b="b"/>
              <a:pathLst>
                <a:path w="11010" h="2193" fill="none" extrusionOk="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1136;p50"/>
            <p:cNvSpPr/>
            <p:nvPr/>
          </p:nvSpPr>
          <p:spPr>
            <a:xfrm>
              <a:off x="6733175" y="4382725"/>
              <a:ext cx="227750" cy="37150"/>
            </a:xfrm>
            <a:custGeom>
              <a:avLst/>
              <a:gdLst/>
              <a:ahLst/>
              <a:cxnLst/>
              <a:rect l="l" t="t" r="r" b="b"/>
              <a:pathLst>
                <a:path w="9110" h="1486" fill="none" extrusionOk="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1137;p50"/>
            <p:cNvSpPr/>
            <p:nvPr/>
          </p:nvSpPr>
          <p:spPr>
            <a:xfrm>
              <a:off x="6847025" y="4414975"/>
              <a:ext cx="25" cy="145550"/>
            </a:xfrm>
            <a:custGeom>
              <a:avLst/>
              <a:gdLst/>
              <a:ahLst/>
              <a:cxnLst/>
              <a:rect l="l" t="t" r="r" b="b"/>
              <a:pathLst>
                <a:path w="1" h="5822" fill="none" extrusionOk="0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1138;p50"/>
          <p:cNvGrpSpPr/>
          <p:nvPr/>
        </p:nvGrpSpPr>
        <p:grpSpPr>
          <a:xfrm>
            <a:off x="7904690" y="5737750"/>
            <a:ext cx="452420" cy="433992"/>
            <a:chOff x="5233525" y="4954450"/>
            <a:chExt cx="538275" cy="516350"/>
          </a:xfrm>
        </p:grpSpPr>
        <p:sp>
          <p:nvSpPr>
            <p:cNvPr id="526" name="Google Shape;1139;p50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1140;p50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1141;p50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1142;p50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1143;p50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1144;p50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1145;p50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146;p50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147;p50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148;p50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149;p50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1150;p50"/>
          <p:cNvGrpSpPr/>
          <p:nvPr/>
        </p:nvGrpSpPr>
        <p:grpSpPr>
          <a:xfrm>
            <a:off x="7335609" y="5745420"/>
            <a:ext cx="460615" cy="418653"/>
            <a:chOff x="4556450" y="4963575"/>
            <a:chExt cx="548025" cy="498100"/>
          </a:xfrm>
        </p:grpSpPr>
        <p:sp>
          <p:nvSpPr>
            <p:cNvPr id="538" name="Google Shape;1151;p50"/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152;p50"/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153;p50"/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154;p50"/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155;p50"/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l" t="t" r="r" b="b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1156;p50"/>
          <p:cNvGrpSpPr/>
          <p:nvPr/>
        </p:nvGrpSpPr>
        <p:grpSpPr>
          <a:xfrm>
            <a:off x="3952891" y="5836005"/>
            <a:ext cx="445255" cy="246182"/>
            <a:chOff x="531800" y="5071350"/>
            <a:chExt cx="529750" cy="292900"/>
          </a:xfrm>
        </p:grpSpPr>
        <p:sp>
          <p:nvSpPr>
            <p:cNvPr id="544" name="Google Shape;1157;p50"/>
            <p:cNvSpPr/>
            <p:nvPr/>
          </p:nvSpPr>
          <p:spPr>
            <a:xfrm>
              <a:off x="632875" y="5077450"/>
              <a:ext cx="272200" cy="185725"/>
            </a:xfrm>
            <a:custGeom>
              <a:avLst/>
              <a:gdLst/>
              <a:ahLst/>
              <a:cxnLst/>
              <a:rect l="l" t="t" r="r" b="b"/>
              <a:pathLst>
                <a:path w="10888" h="7429" fill="none" extrusionOk="0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158;p50"/>
            <p:cNvSpPr/>
            <p:nvPr/>
          </p:nvSpPr>
          <p:spPr>
            <a:xfrm>
              <a:off x="886175" y="5071350"/>
              <a:ext cx="74300" cy="191825"/>
            </a:xfrm>
            <a:custGeom>
              <a:avLst/>
              <a:gdLst/>
              <a:ahLst/>
              <a:cxnLst/>
              <a:rect l="l" t="t" r="r" b="b"/>
              <a:pathLst>
                <a:path w="2972" h="7673" fill="none" extrusionOk="0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159;p50"/>
            <p:cNvSpPr/>
            <p:nvPr/>
          </p:nvSpPr>
          <p:spPr>
            <a:xfrm>
              <a:off x="531800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160;p50"/>
            <p:cNvSpPr/>
            <p:nvPr/>
          </p:nvSpPr>
          <p:spPr>
            <a:xfrm>
              <a:off x="859375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161;p50"/>
            <p:cNvSpPr/>
            <p:nvPr/>
          </p:nvSpPr>
          <p:spPr>
            <a:xfrm>
              <a:off x="676100" y="5071350"/>
              <a:ext cx="86500" cy="7325"/>
            </a:xfrm>
            <a:custGeom>
              <a:avLst/>
              <a:gdLst/>
              <a:ahLst/>
              <a:cxnLst/>
              <a:rect l="l" t="t" r="r" b="b"/>
              <a:pathLst>
                <a:path w="3460" h="293" fill="none" extrusionOk="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162;p50"/>
            <p:cNvSpPr/>
            <p:nvPr/>
          </p:nvSpPr>
          <p:spPr>
            <a:xfrm>
              <a:off x="941575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163;p50"/>
            <p:cNvSpPr/>
            <p:nvPr/>
          </p:nvSpPr>
          <p:spPr>
            <a:xfrm>
              <a:off x="614600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1164;p50"/>
          <p:cNvGrpSpPr/>
          <p:nvPr/>
        </p:nvGrpSpPr>
        <p:grpSpPr>
          <a:xfrm>
            <a:off x="1410728" y="3548084"/>
            <a:ext cx="433992" cy="422729"/>
            <a:chOff x="5916675" y="927975"/>
            <a:chExt cx="516350" cy="502950"/>
          </a:xfrm>
        </p:grpSpPr>
        <p:sp>
          <p:nvSpPr>
            <p:cNvPr id="552" name="Google Shape;1165;p50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38100" cap="rnd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1166;p50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38100" cap="rnd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1167;p50"/>
          <p:cNvGrpSpPr/>
          <p:nvPr/>
        </p:nvGrpSpPr>
        <p:grpSpPr>
          <a:xfrm>
            <a:off x="2188036" y="3266470"/>
            <a:ext cx="549647" cy="535383"/>
            <a:chOff x="5916675" y="927975"/>
            <a:chExt cx="516350" cy="502950"/>
          </a:xfrm>
        </p:grpSpPr>
        <p:sp>
          <p:nvSpPr>
            <p:cNvPr id="555" name="Google Shape;1168;p50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rgbClr val="FFFF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169;p50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rgbClr val="FFFF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1170;p50"/>
          <p:cNvGrpSpPr/>
          <p:nvPr/>
        </p:nvGrpSpPr>
        <p:grpSpPr>
          <a:xfrm>
            <a:off x="526891" y="3548084"/>
            <a:ext cx="433992" cy="422729"/>
            <a:chOff x="5916675" y="927975"/>
            <a:chExt cx="516350" cy="502950"/>
          </a:xfrm>
        </p:grpSpPr>
        <p:sp>
          <p:nvSpPr>
            <p:cNvPr id="558" name="Google Shape;1171;p50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172;p50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0" name="Google Shape;1173;p50"/>
          <p:cNvSpPr/>
          <p:nvPr/>
        </p:nvSpPr>
        <p:spPr>
          <a:xfrm>
            <a:off x="1602889" y="3784462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1175;p50"/>
          <p:cNvSpPr/>
          <p:nvPr/>
        </p:nvSpPr>
        <p:spPr>
          <a:xfrm>
            <a:off x="2665875" y="3854483"/>
            <a:ext cx="509463" cy="287784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9525" cap="rnd" cmpd="sng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728;p50"/>
          <p:cNvSpPr txBox="1"/>
          <p:nvPr/>
        </p:nvSpPr>
        <p:spPr>
          <a:xfrm>
            <a:off x="442757" y="1365969"/>
            <a:ext cx="2863252" cy="185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Các biểu tượng bên phần lớn được lấy từ Slides Canival. Các biểu tượng này có thể sửa được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" sz="1000" b="1" smtClean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Tức là:</a:t>
            </a:r>
            <a:endParaRPr sz="1000" smtClean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100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Có thể thay đổi kích thước mà không làm giảm chất lượng hình.</a:t>
            </a:r>
            <a:endParaRPr sz="1000" smtClean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100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Có thể thay đổi màu sắc, đường nét, kết hợp các hình,….</a:t>
            </a:r>
            <a:endParaRPr sz="10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Ví dụ dưới đây:</a:t>
            </a:r>
            <a:endParaRPr sz="1000" b="1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8" name="Title 56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biểu tượng</a:t>
            </a:r>
            <a:endParaRPr lang="en-US"/>
          </a:p>
        </p:txBody>
      </p:sp>
      <p:sp>
        <p:nvSpPr>
          <p:cNvPr id="569" name="Google Shape;728;p50"/>
          <p:cNvSpPr txBox="1"/>
          <p:nvPr/>
        </p:nvSpPr>
        <p:spPr>
          <a:xfrm>
            <a:off x="442757" y="4578514"/>
            <a:ext cx="2863252" cy="72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Để tải thêm các biểu tượng khác:</a:t>
            </a:r>
          </a:p>
          <a:p>
            <a:pPr lvl="0"/>
            <a:r>
              <a:rPr lang="en-US" sz="100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  <a:hlinkClick r:id="rId2"/>
              </a:rPr>
              <a:t>https://www.slidescarnival.com/extra-free-resources-icons-and-maps</a:t>
            </a:r>
            <a:r>
              <a:rPr lang="en-US" sz="1000" smtClean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70" name="Google Shape;135;p7"/>
          <p:cNvSpPr/>
          <p:nvPr/>
        </p:nvSpPr>
        <p:spPr>
          <a:xfrm>
            <a:off x="4557426" y="1342080"/>
            <a:ext cx="379081" cy="333943"/>
          </a:xfrm>
          <a:custGeom>
            <a:avLst/>
            <a:gdLst/>
            <a:ahLst/>
            <a:cxnLst/>
            <a:rect l="l" t="t" r="r" b="b"/>
            <a:pathLst>
              <a:path w="5575" h="5201" extrusionOk="0">
                <a:moveTo>
                  <a:pt x="2778" y="0"/>
                </a:moveTo>
                <a:lnTo>
                  <a:pt x="2741" y="19"/>
                </a:lnTo>
                <a:lnTo>
                  <a:pt x="57" y="1044"/>
                </a:lnTo>
                <a:lnTo>
                  <a:pt x="20" y="1063"/>
                </a:lnTo>
                <a:lnTo>
                  <a:pt x="1" y="1119"/>
                </a:lnTo>
                <a:lnTo>
                  <a:pt x="1" y="1305"/>
                </a:lnTo>
                <a:lnTo>
                  <a:pt x="1" y="1342"/>
                </a:lnTo>
                <a:lnTo>
                  <a:pt x="20" y="1379"/>
                </a:lnTo>
                <a:lnTo>
                  <a:pt x="57" y="1398"/>
                </a:lnTo>
                <a:lnTo>
                  <a:pt x="374" y="1398"/>
                </a:lnTo>
                <a:lnTo>
                  <a:pt x="374" y="1547"/>
                </a:lnTo>
                <a:lnTo>
                  <a:pt x="374" y="1585"/>
                </a:lnTo>
                <a:lnTo>
                  <a:pt x="411" y="1640"/>
                </a:lnTo>
                <a:lnTo>
                  <a:pt x="448" y="1659"/>
                </a:lnTo>
                <a:lnTo>
                  <a:pt x="504" y="1678"/>
                </a:lnTo>
                <a:lnTo>
                  <a:pt x="5052" y="1678"/>
                </a:lnTo>
                <a:lnTo>
                  <a:pt x="5108" y="1659"/>
                </a:lnTo>
                <a:lnTo>
                  <a:pt x="5146" y="1640"/>
                </a:lnTo>
                <a:lnTo>
                  <a:pt x="5183" y="1585"/>
                </a:lnTo>
                <a:lnTo>
                  <a:pt x="5202" y="1547"/>
                </a:lnTo>
                <a:lnTo>
                  <a:pt x="5202" y="1398"/>
                </a:lnTo>
                <a:lnTo>
                  <a:pt x="5500" y="1398"/>
                </a:lnTo>
                <a:lnTo>
                  <a:pt x="5537" y="1379"/>
                </a:lnTo>
                <a:lnTo>
                  <a:pt x="5556" y="1342"/>
                </a:lnTo>
                <a:lnTo>
                  <a:pt x="5574" y="1305"/>
                </a:lnTo>
                <a:lnTo>
                  <a:pt x="5574" y="1119"/>
                </a:lnTo>
                <a:lnTo>
                  <a:pt x="5556" y="1063"/>
                </a:lnTo>
                <a:lnTo>
                  <a:pt x="5500" y="1044"/>
                </a:lnTo>
                <a:lnTo>
                  <a:pt x="2816" y="19"/>
                </a:lnTo>
                <a:lnTo>
                  <a:pt x="2778" y="0"/>
                </a:lnTo>
                <a:close/>
                <a:moveTo>
                  <a:pt x="933" y="1864"/>
                </a:moveTo>
                <a:lnTo>
                  <a:pt x="933" y="4082"/>
                </a:lnTo>
                <a:lnTo>
                  <a:pt x="504" y="4082"/>
                </a:lnTo>
                <a:lnTo>
                  <a:pt x="448" y="4101"/>
                </a:lnTo>
                <a:lnTo>
                  <a:pt x="411" y="4138"/>
                </a:lnTo>
                <a:lnTo>
                  <a:pt x="374" y="4175"/>
                </a:lnTo>
                <a:lnTo>
                  <a:pt x="374" y="4231"/>
                </a:lnTo>
                <a:lnTo>
                  <a:pt x="374" y="4455"/>
                </a:lnTo>
                <a:lnTo>
                  <a:pt x="5202" y="4455"/>
                </a:lnTo>
                <a:lnTo>
                  <a:pt x="5202" y="4231"/>
                </a:lnTo>
                <a:lnTo>
                  <a:pt x="5183" y="4175"/>
                </a:lnTo>
                <a:lnTo>
                  <a:pt x="5146" y="4138"/>
                </a:lnTo>
                <a:lnTo>
                  <a:pt x="5108" y="4101"/>
                </a:lnTo>
                <a:lnTo>
                  <a:pt x="5052" y="4082"/>
                </a:lnTo>
                <a:lnTo>
                  <a:pt x="4642" y="4082"/>
                </a:lnTo>
                <a:lnTo>
                  <a:pt x="4642" y="1864"/>
                </a:lnTo>
                <a:lnTo>
                  <a:pt x="3897" y="1864"/>
                </a:lnTo>
                <a:lnTo>
                  <a:pt x="3897" y="4082"/>
                </a:lnTo>
                <a:lnTo>
                  <a:pt x="3151" y="4082"/>
                </a:lnTo>
                <a:lnTo>
                  <a:pt x="3151" y="1864"/>
                </a:lnTo>
                <a:lnTo>
                  <a:pt x="2406" y="1864"/>
                </a:lnTo>
                <a:lnTo>
                  <a:pt x="2406" y="4082"/>
                </a:lnTo>
                <a:lnTo>
                  <a:pt x="1660" y="4082"/>
                </a:lnTo>
                <a:lnTo>
                  <a:pt x="1660" y="1864"/>
                </a:lnTo>
                <a:close/>
                <a:moveTo>
                  <a:pt x="281" y="4641"/>
                </a:moveTo>
                <a:lnTo>
                  <a:pt x="225" y="4660"/>
                </a:lnTo>
                <a:lnTo>
                  <a:pt x="169" y="4660"/>
                </a:lnTo>
                <a:lnTo>
                  <a:pt x="76" y="4735"/>
                </a:lnTo>
                <a:lnTo>
                  <a:pt x="20" y="4809"/>
                </a:lnTo>
                <a:lnTo>
                  <a:pt x="1" y="4865"/>
                </a:lnTo>
                <a:lnTo>
                  <a:pt x="1" y="4921"/>
                </a:lnTo>
                <a:lnTo>
                  <a:pt x="1" y="5107"/>
                </a:lnTo>
                <a:lnTo>
                  <a:pt x="1" y="5145"/>
                </a:lnTo>
                <a:lnTo>
                  <a:pt x="20" y="5182"/>
                </a:lnTo>
                <a:lnTo>
                  <a:pt x="57" y="5201"/>
                </a:lnTo>
                <a:lnTo>
                  <a:pt x="5500" y="5201"/>
                </a:lnTo>
                <a:lnTo>
                  <a:pt x="5537" y="5182"/>
                </a:lnTo>
                <a:lnTo>
                  <a:pt x="5556" y="5145"/>
                </a:lnTo>
                <a:lnTo>
                  <a:pt x="5574" y="5107"/>
                </a:lnTo>
                <a:lnTo>
                  <a:pt x="5574" y="4921"/>
                </a:lnTo>
                <a:lnTo>
                  <a:pt x="5556" y="4865"/>
                </a:lnTo>
                <a:lnTo>
                  <a:pt x="5537" y="4809"/>
                </a:lnTo>
                <a:lnTo>
                  <a:pt x="5481" y="4735"/>
                </a:lnTo>
                <a:lnTo>
                  <a:pt x="5388" y="4660"/>
                </a:lnTo>
                <a:lnTo>
                  <a:pt x="5351" y="4660"/>
                </a:lnTo>
                <a:lnTo>
                  <a:pt x="5295" y="4641"/>
                </a:lnTo>
                <a:close/>
              </a:path>
            </a:pathLst>
          </a:custGeom>
          <a:noFill/>
          <a:ln>
            <a:solidFill>
              <a:schemeClr val="accent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2;p7"/>
          <p:cNvSpPr/>
          <p:nvPr/>
        </p:nvSpPr>
        <p:spPr>
          <a:xfrm>
            <a:off x="5095967" y="1380879"/>
            <a:ext cx="467116" cy="279805"/>
          </a:xfrm>
          <a:custGeom>
            <a:avLst/>
            <a:gdLst/>
            <a:ahLst/>
            <a:cxnLst/>
            <a:rect l="l" t="t" r="r" b="b"/>
            <a:pathLst>
              <a:path w="7439" h="4456" extrusionOk="0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noFill/>
          <a:ln>
            <a:solidFill>
              <a:schemeClr val="accent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198;p8"/>
          <p:cNvSpPr/>
          <p:nvPr/>
        </p:nvSpPr>
        <p:spPr>
          <a:xfrm>
            <a:off x="5656635" y="1360568"/>
            <a:ext cx="464484" cy="371138"/>
          </a:xfrm>
          <a:custGeom>
            <a:avLst/>
            <a:gdLst/>
            <a:ahLst/>
            <a:cxnLst/>
            <a:rect l="l" t="t" r="r" b="b"/>
            <a:pathLst>
              <a:path w="7419" h="5928" extrusionOk="0">
                <a:moveTo>
                  <a:pt x="1845" y="1473"/>
                </a:moveTo>
                <a:lnTo>
                  <a:pt x="1734" y="1492"/>
                </a:lnTo>
                <a:lnTo>
                  <a:pt x="1622" y="1510"/>
                </a:lnTo>
                <a:lnTo>
                  <a:pt x="1417" y="1566"/>
                </a:lnTo>
                <a:lnTo>
                  <a:pt x="1230" y="1678"/>
                </a:lnTo>
                <a:lnTo>
                  <a:pt x="1063" y="1809"/>
                </a:lnTo>
                <a:lnTo>
                  <a:pt x="932" y="1976"/>
                </a:lnTo>
                <a:lnTo>
                  <a:pt x="820" y="2163"/>
                </a:lnTo>
                <a:lnTo>
                  <a:pt x="764" y="2368"/>
                </a:lnTo>
                <a:lnTo>
                  <a:pt x="746" y="2480"/>
                </a:lnTo>
                <a:lnTo>
                  <a:pt x="746" y="2591"/>
                </a:lnTo>
                <a:lnTo>
                  <a:pt x="746" y="2703"/>
                </a:lnTo>
                <a:lnTo>
                  <a:pt x="764" y="2815"/>
                </a:lnTo>
                <a:lnTo>
                  <a:pt x="820" y="3020"/>
                </a:lnTo>
                <a:lnTo>
                  <a:pt x="932" y="3207"/>
                </a:lnTo>
                <a:lnTo>
                  <a:pt x="1063" y="3374"/>
                </a:lnTo>
                <a:lnTo>
                  <a:pt x="1230" y="3523"/>
                </a:lnTo>
                <a:lnTo>
                  <a:pt x="1417" y="3617"/>
                </a:lnTo>
                <a:lnTo>
                  <a:pt x="1622" y="3691"/>
                </a:lnTo>
                <a:lnTo>
                  <a:pt x="1734" y="3691"/>
                </a:lnTo>
                <a:lnTo>
                  <a:pt x="1845" y="3710"/>
                </a:lnTo>
                <a:lnTo>
                  <a:pt x="1957" y="3691"/>
                </a:lnTo>
                <a:lnTo>
                  <a:pt x="2069" y="3691"/>
                </a:lnTo>
                <a:lnTo>
                  <a:pt x="2293" y="3617"/>
                </a:lnTo>
                <a:lnTo>
                  <a:pt x="2479" y="3523"/>
                </a:lnTo>
                <a:lnTo>
                  <a:pt x="2628" y="3374"/>
                </a:lnTo>
                <a:lnTo>
                  <a:pt x="2777" y="3207"/>
                </a:lnTo>
                <a:lnTo>
                  <a:pt x="2871" y="3020"/>
                </a:lnTo>
                <a:lnTo>
                  <a:pt x="2945" y="2815"/>
                </a:lnTo>
                <a:lnTo>
                  <a:pt x="2964" y="2703"/>
                </a:lnTo>
                <a:lnTo>
                  <a:pt x="2964" y="2591"/>
                </a:lnTo>
                <a:lnTo>
                  <a:pt x="2964" y="2480"/>
                </a:lnTo>
                <a:lnTo>
                  <a:pt x="2945" y="2368"/>
                </a:lnTo>
                <a:lnTo>
                  <a:pt x="2871" y="2163"/>
                </a:lnTo>
                <a:lnTo>
                  <a:pt x="2777" y="1976"/>
                </a:lnTo>
                <a:lnTo>
                  <a:pt x="2628" y="1809"/>
                </a:lnTo>
                <a:lnTo>
                  <a:pt x="2479" y="1678"/>
                </a:lnTo>
                <a:lnTo>
                  <a:pt x="2293" y="1566"/>
                </a:lnTo>
                <a:lnTo>
                  <a:pt x="2069" y="1510"/>
                </a:lnTo>
                <a:lnTo>
                  <a:pt x="1957" y="1492"/>
                </a:lnTo>
                <a:lnTo>
                  <a:pt x="1845" y="1473"/>
                </a:lnTo>
                <a:close/>
                <a:moveTo>
                  <a:pt x="2293" y="0"/>
                </a:moveTo>
                <a:lnTo>
                  <a:pt x="2200" y="38"/>
                </a:lnTo>
                <a:lnTo>
                  <a:pt x="2106" y="94"/>
                </a:lnTo>
                <a:lnTo>
                  <a:pt x="2013" y="168"/>
                </a:lnTo>
                <a:lnTo>
                  <a:pt x="1939" y="243"/>
                </a:lnTo>
                <a:lnTo>
                  <a:pt x="1901" y="336"/>
                </a:lnTo>
                <a:lnTo>
                  <a:pt x="1864" y="448"/>
                </a:lnTo>
                <a:lnTo>
                  <a:pt x="1845" y="560"/>
                </a:lnTo>
                <a:lnTo>
                  <a:pt x="1845" y="1100"/>
                </a:lnTo>
                <a:lnTo>
                  <a:pt x="2050" y="1119"/>
                </a:lnTo>
                <a:lnTo>
                  <a:pt x="2237" y="1156"/>
                </a:lnTo>
                <a:lnTo>
                  <a:pt x="2423" y="1231"/>
                </a:lnTo>
                <a:lnTo>
                  <a:pt x="2591" y="1305"/>
                </a:lnTo>
                <a:lnTo>
                  <a:pt x="2591" y="727"/>
                </a:lnTo>
                <a:lnTo>
                  <a:pt x="6673" y="727"/>
                </a:lnTo>
                <a:lnTo>
                  <a:pt x="6673" y="4083"/>
                </a:lnTo>
                <a:lnTo>
                  <a:pt x="5928" y="4083"/>
                </a:lnTo>
                <a:lnTo>
                  <a:pt x="5928" y="3337"/>
                </a:lnTo>
                <a:lnTo>
                  <a:pt x="4455" y="3337"/>
                </a:lnTo>
                <a:lnTo>
                  <a:pt x="4455" y="4083"/>
                </a:lnTo>
                <a:lnTo>
                  <a:pt x="3560" y="4083"/>
                </a:lnTo>
                <a:lnTo>
                  <a:pt x="3728" y="4232"/>
                </a:lnTo>
                <a:lnTo>
                  <a:pt x="3859" y="4418"/>
                </a:lnTo>
                <a:lnTo>
                  <a:pt x="3952" y="4605"/>
                </a:lnTo>
                <a:lnTo>
                  <a:pt x="4026" y="4828"/>
                </a:lnTo>
                <a:lnTo>
                  <a:pt x="6860" y="4828"/>
                </a:lnTo>
                <a:lnTo>
                  <a:pt x="6971" y="4810"/>
                </a:lnTo>
                <a:lnTo>
                  <a:pt x="7083" y="4772"/>
                </a:lnTo>
                <a:lnTo>
                  <a:pt x="7176" y="4716"/>
                </a:lnTo>
                <a:lnTo>
                  <a:pt x="7251" y="4642"/>
                </a:lnTo>
                <a:lnTo>
                  <a:pt x="7326" y="4567"/>
                </a:lnTo>
                <a:lnTo>
                  <a:pt x="7381" y="4474"/>
                </a:lnTo>
                <a:lnTo>
                  <a:pt x="7400" y="4362"/>
                </a:lnTo>
                <a:lnTo>
                  <a:pt x="7419" y="4250"/>
                </a:lnTo>
                <a:lnTo>
                  <a:pt x="7419" y="560"/>
                </a:lnTo>
                <a:lnTo>
                  <a:pt x="7400" y="448"/>
                </a:lnTo>
                <a:lnTo>
                  <a:pt x="7381" y="336"/>
                </a:lnTo>
                <a:lnTo>
                  <a:pt x="7326" y="243"/>
                </a:lnTo>
                <a:lnTo>
                  <a:pt x="7251" y="168"/>
                </a:lnTo>
                <a:lnTo>
                  <a:pt x="7176" y="94"/>
                </a:lnTo>
                <a:lnTo>
                  <a:pt x="7083" y="38"/>
                </a:lnTo>
                <a:lnTo>
                  <a:pt x="6971" y="0"/>
                </a:lnTo>
                <a:close/>
                <a:moveTo>
                  <a:pt x="1156" y="4083"/>
                </a:moveTo>
                <a:lnTo>
                  <a:pt x="1025" y="4101"/>
                </a:lnTo>
                <a:lnTo>
                  <a:pt x="913" y="4139"/>
                </a:lnTo>
                <a:lnTo>
                  <a:pt x="783" y="4176"/>
                </a:lnTo>
                <a:lnTo>
                  <a:pt x="671" y="4232"/>
                </a:lnTo>
                <a:lnTo>
                  <a:pt x="559" y="4306"/>
                </a:lnTo>
                <a:lnTo>
                  <a:pt x="466" y="4381"/>
                </a:lnTo>
                <a:lnTo>
                  <a:pt x="373" y="4455"/>
                </a:lnTo>
                <a:lnTo>
                  <a:pt x="280" y="4549"/>
                </a:lnTo>
                <a:lnTo>
                  <a:pt x="205" y="4660"/>
                </a:lnTo>
                <a:lnTo>
                  <a:pt x="149" y="4754"/>
                </a:lnTo>
                <a:lnTo>
                  <a:pt x="93" y="4884"/>
                </a:lnTo>
                <a:lnTo>
                  <a:pt x="56" y="4996"/>
                </a:lnTo>
                <a:lnTo>
                  <a:pt x="19" y="5126"/>
                </a:lnTo>
                <a:lnTo>
                  <a:pt x="0" y="5257"/>
                </a:lnTo>
                <a:lnTo>
                  <a:pt x="0" y="5387"/>
                </a:lnTo>
                <a:lnTo>
                  <a:pt x="0" y="5499"/>
                </a:lnTo>
                <a:lnTo>
                  <a:pt x="37" y="5592"/>
                </a:lnTo>
                <a:lnTo>
                  <a:pt x="93" y="5686"/>
                </a:lnTo>
                <a:lnTo>
                  <a:pt x="168" y="5779"/>
                </a:lnTo>
                <a:lnTo>
                  <a:pt x="242" y="5835"/>
                </a:lnTo>
                <a:lnTo>
                  <a:pt x="336" y="5891"/>
                </a:lnTo>
                <a:lnTo>
                  <a:pt x="447" y="5928"/>
                </a:lnTo>
                <a:lnTo>
                  <a:pt x="3262" y="5928"/>
                </a:lnTo>
                <a:lnTo>
                  <a:pt x="3374" y="5891"/>
                </a:lnTo>
                <a:lnTo>
                  <a:pt x="3467" y="5835"/>
                </a:lnTo>
                <a:lnTo>
                  <a:pt x="3542" y="5779"/>
                </a:lnTo>
                <a:lnTo>
                  <a:pt x="3616" y="5686"/>
                </a:lnTo>
                <a:lnTo>
                  <a:pt x="3653" y="5592"/>
                </a:lnTo>
                <a:lnTo>
                  <a:pt x="3691" y="5499"/>
                </a:lnTo>
                <a:lnTo>
                  <a:pt x="3709" y="5387"/>
                </a:lnTo>
                <a:lnTo>
                  <a:pt x="3709" y="5257"/>
                </a:lnTo>
                <a:lnTo>
                  <a:pt x="3672" y="5126"/>
                </a:lnTo>
                <a:lnTo>
                  <a:pt x="3653" y="4996"/>
                </a:lnTo>
                <a:lnTo>
                  <a:pt x="3598" y="4884"/>
                </a:lnTo>
                <a:lnTo>
                  <a:pt x="3560" y="4754"/>
                </a:lnTo>
                <a:lnTo>
                  <a:pt x="3486" y="4660"/>
                </a:lnTo>
                <a:lnTo>
                  <a:pt x="3411" y="4549"/>
                </a:lnTo>
                <a:lnTo>
                  <a:pt x="3337" y="4455"/>
                </a:lnTo>
                <a:lnTo>
                  <a:pt x="3243" y="4381"/>
                </a:lnTo>
                <a:lnTo>
                  <a:pt x="3132" y="4306"/>
                </a:lnTo>
                <a:lnTo>
                  <a:pt x="3020" y="4232"/>
                </a:lnTo>
                <a:lnTo>
                  <a:pt x="2908" y="4176"/>
                </a:lnTo>
                <a:lnTo>
                  <a:pt x="2796" y="4139"/>
                </a:lnTo>
                <a:lnTo>
                  <a:pt x="2666" y="4101"/>
                </a:lnTo>
                <a:lnTo>
                  <a:pt x="2535" y="4083"/>
                </a:lnTo>
                <a:lnTo>
                  <a:pt x="2330" y="4083"/>
                </a:lnTo>
                <a:lnTo>
                  <a:pt x="2088" y="4157"/>
                </a:lnTo>
                <a:lnTo>
                  <a:pt x="1845" y="4176"/>
                </a:lnTo>
                <a:lnTo>
                  <a:pt x="1603" y="4157"/>
                </a:lnTo>
                <a:lnTo>
                  <a:pt x="1379" y="4083"/>
                </a:lnTo>
                <a:close/>
              </a:path>
            </a:pathLst>
          </a:custGeom>
          <a:noFill/>
          <a:ln>
            <a:solidFill>
              <a:schemeClr val="accent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95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Một số mẫu nội dung</a:t>
            </a: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2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Thay đổi ảnh slide tiêu đề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mtClean="0"/>
              <a:t>Có thể thay đổi ảnh bên bằng cách chọn ảnh, rồi chọn </a:t>
            </a:r>
            <a:r>
              <a:rPr lang="en-US" smtClean="0">
                <a:solidFill>
                  <a:schemeClr val="accent6"/>
                </a:solidFill>
              </a:rPr>
              <a:t>Format Picture… </a:t>
            </a:r>
            <a:r>
              <a:rPr lang="en-US" smtClean="0"/>
              <a:t>sau đó thay đổi ảnh trong mục </a:t>
            </a:r>
            <a:r>
              <a:rPr lang="en-US" smtClean="0">
                <a:solidFill>
                  <a:schemeClr val="accent6"/>
                </a:solidFill>
              </a:rPr>
              <a:t>Fill</a:t>
            </a:r>
            <a:r>
              <a:rPr lang="en-US" smtClean="0"/>
              <a:t> </a:t>
            </a:r>
            <a:endParaRPr lang="en-US"/>
          </a:p>
        </p:txBody>
      </p:sp>
      <p:sp>
        <p:nvSpPr>
          <p:cNvPr id="20" name="Rectangle 7"/>
          <p:cNvSpPr/>
          <p:nvPr/>
        </p:nvSpPr>
        <p:spPr>
          <a:xfrm>
            <a:off x="5581649" y="0"/>
            <a:ext cx="6610351" cy="6857999"/>
          </a:xfrm>
          <a:custGeom>
            <a:avLst/>
            <a:gdLst>
              <a:gd name="connsiteX0" fmla="*/ 0 w 6886575"/>
              <a:gd name="connsiteY0" fmla="*/ 0 h 6857999"/>
              <a:gd name="connsiteX1" fmla="*/ 6886575 w 6886575"/>
              <a:gd name="connsiteY1" fmla="*/ 0 h 6857999"/>
              <a:gd name="connsiteX2" fmla="*/ 6886575 w 6886575"/>
              <a:gd name="connsiteY2" fmla="*/ 6857999 h 6857999"/>
              <a:gd name="connsiteX3" fmla="*/ 0 w 6886575"/>
              <a:gd name="connsiteY3" fmla="*/ 6857999 h 6857999"/>
              <a:gd name="connsiteX4" fmla="*/ 0 w 6886575"/>
              <a:gd name="connsiteY4" fmla="*/ 0 h 6857999"/>
              <a:gd name="connsiteX0" fmla="*/ 3876675 w 6886575"/>
              <a:gd name="connsiteY0" fmla="*/ 0 h 6857999"/>
              <a:gd name="connsiteX1" fmla="*/ 6886575 w 6886575"/>
              <a:gd name="connsiteY1" fmla="*/ 0 h 6857999"/>
              <a:gd name="connsiteX2" fmla="*/ 6886575 w 6886575"/>
              <a:gd name="connsiteY2" fmla="*/ 6857999 h 6857999"/>
              <a:gd name="connsiteX3" fmla="*/ 0 w 6886575"/>
              <a:gd name="connsiteY3" fmla="*/ 6857999 h 6857999"/>
              <a:gd name="connsiteX4" fmla="*/ 3876675 w 6886575"/>
              <a:gd name="connsiteY4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3562350 w 6572250"/>
              <a:gd name="connsiteY4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1876424 w 6572250"/>
              <a:gd name="connsiteY4" fmla="*/ 3248025 h 6857999"/>
              <a:gd name="connsiteX5" fmla="*/ 3562350 w 6572250"/>
              <a:gd name="connsiteY5" fmla="*/ 0 h 6857999"/>
              <a:gd name="connsiteX0" fmla="*/ 3737098 w 6746998"/>
              <a:gd name="connsiteY0" fmla="*/ 0 h 6857999"/>
              <a:gd name="connsiteX1" fmla="*/ 6746998 w 6746998"/>
              <a:gd name="connsiteY1" fmla="*/ 0 h 6857999"/>
              <a:gd name="connsiteX2" fmla="*/ 6746998 w 6746998"/>
              <a:gd name="connsiteY2" fmla="*/ 6857999 h 6857999"/>
              <a:gd name="connsiteX3" fmla="*/ 174748 w 6746998"/>
              <a:gd name="connsiteY3" fmla="*/ 6857999 h 6857999"/>
              <a:gd name="connsiteX4" fmla="*/ 2051172 w 6746998"/>
              <a:gd name="connsiteY4" fmla="*/ 3248025 h 6857999"/>
              <a:gd name="connsiteX5" fmla="*/ 3737098 w 6746998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1876424 w 6572250"/>
              <a:gd name="connsiteY4" fmla="*/ 3248025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86074 w 6572250"/>
              <a:gd name="connsiteY4" fmla="*/ 3629025 h 6857999"/>
              <a:gd name="connsiteX5" fmla="*/ 3562350 w 6572250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72250" h="6857999">
                <a:moveTo>
                  <a:pt x="3562350" y="0"/>
                </a:moveTo>
                <a:lnTo>
                  <a:pt x="6572250" y="0"/>
                </a:lnTo>
                <a:lnTo>
                  <a:pt x="6572250" y="6857999"/>
                </a:lnTo>
                <a:lnTo>
                  <a:pt x="0" y="6857999"/>
                </a:lnTo>
                <a:cubicBezTo>
                  <a:pt x="1084262" y="6332537"/>
                  <a:pt x="2387599" y="4791075"/>
                  <a:pt x="2886074" y="3629025"/>
                </a:cubicBezTo>
                <a:cubicBezTo>
                  <a:pt x="3384549" y="2466975"/>
                  <a:pt x="3617912" y="1036638"/>
                  <a:pt x="3562350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t="41587" b="-1"/>
          <a:stretch/>
        </p:blipFill>
        <p:spPr>
          <a:xfrm>
            <a:off x="475613" y="3505200"/>
            <a:ext cx="2591779" cy="244851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271" y="3504810"/>
            <a:ext cx="2603223" cy="244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9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Một tiêu đề khác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mtClean="0"/>
              <a:t>Nội dung ở đây</a:t>
            </a:r>
            <a:endParaRPr lang="en-US"/>
          </a:p>
        </p:txBody>
      </p:sp>
      <p:sp>
        <p:nvSpPr>
          <p:cNvPr id="20" name="Rectangle 7"/>
          <p:cNvSpPr/>
          <p:nvPr/>
        </p:nvSpPr>
        <p:spPr>
          <a:xfrm>
            <a:off x="5581649" y="0"/>
            <a:ext cx="6610351" cy="6857999"/>
          </a:xfrm>
          <a:custGeom>
            <a:avLst/>
            <a:gdLst>
              <a:gd name="connsiteX0" fmla="*/ 0 w 6886575"/>
              <a:gd name="connsiteY0" fmla="*/ 0 h 6857999"/>
              <a:gd name="connsiteX1" fmla="*/ 6886575 w 6886575"/>
              <a:gd name="connsiteY1" fmla="*/ 0 h 6857999"/>
              <a:gd name="connsiteX2" fmla="*/ 6886575 w 6886575"/>
              <a:gd name="connsiteY2" fmla="*/ 6857999 h 6857999"/>
              <a:gd name="connsiteX3" fmla="*/ 0 w 6886575"/>
              <a:gd name="connsiteY3" fmla="*/ 6857999 h 6857999"/>
              <a:gd name="connsiteX4" fmla="*/ 0 w 6886575"/>
              <a:gd name="connsiteY4" fmla="*/ 0 h 6857999"/>
              <a:gd name="connsiteX0" fmla="*/ 3876675 w 6886575"/>
              <a:gd name="connsiteY0" fmla="*/ 0 h 6857999"/>
              <a:gd name="connsiteX1" fmla="*/ 6886575 w 6886575"/>
              <a:gd name="connsiteY1" fmla="*/ 0 h 6857999"/>
              <a:gd name="connsiteX2" fmla="*/ 6886575 w 6886575"/>
              <a:gd name="connsiteY2" fmla="*/ 6857999 h 6857999"/>
              <a:gd name="connsiteX3" fmla="*/ 0 w 6886575"/>
              <a:gd name="connsiteY3" fmla="*/ 6857999 h 6857999"/>
              <a:gd name="connsiteX4" fmla="*/ 3876675 w 6886575"/>
              <a:gd name="connsiteY4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3562350 w 6572250"/>
              <a:gd name="connsiteY4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1876424 w 6572250"/>
              <a:gd name="connsiteY4" fmla="*/ 3248025 h 6857999"/>
              <a:gd name="connsiteX5" fmla="*/ 3562350 w 6572250"/>
              <a:gd name="connsiteY5" fmla="*/ 0 h 6857999"/>
              <a:gd name="connsiteX0" fmla="*/ 3737098 w 6746998"/>
              <a:gd name="connsiteY0" fmla="*/ 0 h 6857999"/>
              <a:gd name="connsiteX1" fmla="*/ 6746998 w 6746998"/>
              <a:gd name="connsiteY1" fmla="*/ 0 h 6857999"/>
              <a:gd name="connsiteX2" fmla="*/ 6746998 w 6746998"/>
              <a:gd name="connsiteY2" fmla="*/ 6857999 h 6857999"/>
              <a:gd name="connsiteX3" fmla="*/ 174748 w 6746998"/>
              <a:gd name="connsiteY3" fmla="*/ 6857999 h 6857999"/>
              <a:gd name="connsiteX4" fmla="*/ 2051172 w 6746998"/>
              <a:gd name="connsiteY4" fmla="*/ 3248025 h 6857999"/>
              <a:gd name="connsiteX5" fmla="*/ 3737098 w 6746998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1876424 w 6572250"/>
              <a:gd name="connsiteY4" fmla="*/ 3248025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95599 w 6572250"/>
              <a:gd name="connsiteY4" fmla="*/ 3638550 h 6857999"/>
              <a:gd name="connsiteX5" fmla="*/ 3562350 w 6572250"/>
              <a:gd name="connsiteY5" fmla="*/ 0 h 6857999"/>
              <a:gd name="connsiteX0" fmla="*/ 3562350 w 6572250"/>
              <a:gd name="connsiteY0" fmla="*/ 0 h 6857999"/>
              <a:gd name="connsiteX1" fmla="*/ 6572250 w 6572250"/>
              <a:gd name="connsiteY1" fmla="*/ 0 h 6857999"/>
              <a:gd name="connsiteX2" fmla="*/ 6572250 w 6572250"/>
              <a:gd name="connsiteY2" fmla="*/ 6857999 h 6857999"/>
              <a:gd name="connsiteX3" fmla="*/ 0 w 6572250"/>
              <a:gd name="connsiteY3" fmla="*/ 6857999 h 6857999"/>
              <a:gd name="connsiteX4" fmla="*/ 2886074 w 6572250"/>
              <a:gd name="connsiteY4" fmla="*/ 3629025 h 6857999"/>
              <a:gd name="connsiteX5" fmla="*/ 3562350 w 6572250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72250" h="6857999">
                <a:moveTo>
                  <a:pt x="3562350" y="0"/>
                </a:moveTo>
                <a:lnTo>
                  <a:pt x="6572250" y="0"/>
                </a:lnTo>
                <a:lnTo>
                  <a:pt x="6572250" y="6857999"/>
                </a:lnTo>
                <a:lnTo>
                  <a:pt x="0" y="6857999"/>
                </a:lnTo>
                <a:cubicBezTo>
                  <a:pt x="1084262" y="6332537"/>
                  <a:pt x="2387599" y="4791075"/>
                  <a:pt x="2886074" y="3629025"/>
                </a:cubicBezTo>
                <a:cubicBezTo>
                  <a:pt x="3384549" y="2466975"/>
                  <a:pt x="3617912" y="1036638"/>
                  <a:pt x="3562350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3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Sử dụng bảng biểu</a:t>
            </a:r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182076"/>
              </p:ext>
            </p:extLst>
          </p:nvPr>
        </p:nvGraphicFramePr>
        <p:xfrm>
          <a:off x="352425" y="1530350"/>
          <a:ext cx="109616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338">
                  <a:extLst>
                    <a:ext uri="{9D8B030D-6E8A-4147-A177-3AD203B41FA5}">
                      <a16:colId xmlns:a16="http://schemas.microsoft.com/office/drawing/2014/main" val="2349181888"/>
                    </a:ext>
                  </a:extLst>
                </a:gridCol>
                <a:gridCol w="2192338">
                  <a:extLst>
                    <a:ext uri="{9D8B030D-6E8A-4147-A177-3AD203B41FA5}">
                      <a16:colId xmlns:a16="http://schemas.microsoft.com/office/drawing/2014/main" val="3852164705"/>
                    </a:ext>
                  </a:extLst>
                </a:gridCol>
                <a:gridCol w="2192338">
                  <a:extLst>
                    <a:ext uri="{9D8B030D-6E8A-4147-A177-3AD203B41FA5}">
                      <a16:colId xmlns:a16="http://schemas.microsoft.com/office/drawing/2014/main" val="2728985872"/>
                    </a:ext>
                  </a:extLst>
                </a:gridCol>
                <a:gridCol w="2192338">
                  <a:extLst>
                    <a:ext uri="{9D8B030D-6E8A-4147-A177-3AD203B41FA5}">
                      <a16:colId xmlns:a16="http://schemas.microsoft.com/office/drawing/2014/main" val="2458697708"/>
                    </a:ext>
                  </a:extLst>
                </a:gridCol>
                <a:gridCol w="2192338">
                  <a:extLst>
                    <a:ext uri="{9D8B030D-6E8A-4147-A177-3AD203B41FA5}">
                      <a16:colId xmlns:a16="http://schemas.microsoft.com/office/drawing/2014/main" val="97265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Cột</a:t>
                      </a:r>
                      <a:r>
                        <a:rPr lang="en-US" baseline="0" smtClean="0"/>
                        <a:t>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Cột</a:t>
                      </a:r>
                      <a:r>
                        <a:rPr lang="en-US" baseline="0" smtClean="0"/>
                        <a:t>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Cột</a:t>
                      </a:r>
                      <a:r>
                        <a:rPr lang="en-US" baseline="0" smtClean="0"/>
                        <a:t>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Cột</a:t>
                      </a:r>
                      <a:r>
                        <a:rPr lang="en-US" baseline="0" smtClean="0"/>
                        <a:t> 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Cột</a:t>
                      </a:r>
                      <a:r>
                        <a:rPr lang="en-US" baseline="0" smtClean="0"/>
                        <a:t> 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18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Abcd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83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Efgh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193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70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36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077325" y="1157914"/>
            <a:ext cx="3009900" cy="909011"/>
          </a:xfrm>
        </p:spPr>
        <p:txBody>
          <a:bodyPr/>
          <a:lstStyle/>
          <a:p>
            <a:r>
              <a:rPr lang="en-US" smtClean="0"/>
              <a:t>Nội dung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9077325" y="2150478"/>
            <a:ext cx="3009900" cy="4105275"/>
          </a:xfrm>
        </p:spPr>
        <p:txBody>
          <a:bodyPr/>
          <a:lstStyle/>
          <a:p>
            <a:r>
              <a:rPr lang="en-US" smtClean="0"/>
              <a:t>Mô tả nội dung</a:t>
            </a:r>
            <a:endParaRPr lang="en-US"/>
          </a:p>
        </p:txBody>
      </p:sp>
      <p:sp>
        <p:nvSpPr>
          <p:cNvPr id="6" name="Google Shape;199;p25"/>
          <p:cNvSpPr/>
          <p:nvPr/>
        </p:nvSpPr>
        <p:spPr>
          <a:xfrm>
            <a:off x="463649" y="2066925"/>
            <a:ext cx="2721525" cy="2721525"/>
          </a:xfrm>
          <a:prstGeom prst="ellipse">
            <a:avLst/>
          </a:prstGeom>
          <a:solidFill>
            <a:schemeClr val="tx2"/>
          </a:solidFill>
          <a:ln w="38100" cap="flat" cmpd="sng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VẤN ĐỀ 1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00;p25"/>
          <p:cNvSpPr/>
          <p:nvPr/>
        </p:nvSpPr>
        <p:spPr>
          <a:xfrm>
            <a:off x="4774649" y="2066925"/>
            <a:ext cx="2721525" cy="2721525"/>
          </a:xfrm>
          <a:prstGeom prst="ellipse">
            <a:avLst/>
          </a:prstGeom>
          <a:solidFill>
            <a:schemeClr val="accent6"/>
          </a:solidFill>
          <a:ln w="38100" cap="flat" cmpd="sng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VẤN ĐỀ 3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01;p25"/>
          <p:cNvSpPr/>
          <p:nvPr/>
        </p:nvSpPr>
        <p:spPr>
          <a:xfrm>
            <a:off x="2619149" y="2066925"/>
            <a:ext cx="2721525" cy="2721525"/>
          </a:xfrm>
          <a:prstGeom prst="ellipse">
            <a:avLst/>
          </a:prstGeom>
          <a:solidFill>
            <a:schemeClr val="accent4">
              <a:alpha val="90000"/>
            </a:schemeClr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VẤN ĐỀ 2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2541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Slide sử dụng sơ đồ</a:t>
            </a:r>
            <a:endParaRPr lang="en-US"/>
          </a:p>
        </p:txBody>
      </p:sp>
      <p:sp>
        <p:nvSpPr>
          <p:cNvPr id="5" name="Google Shape;213;p26"/>
          <p:cNvSpPr/>
          <p:nvPr/>
        </p:nvSpPr>
        <p:spPr>
          <a:xfrm>
            <a:off x="3589416" y="2001162"/>
            <a:ext cx="3013723" cy="3013723"/>
          </a:xfrm>
          <a:prstGeom prst="donut">
            <a:avLst>
              <a:gd name="adj" fmla="val 160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D9D9D9"/>
              </a:solidFill>
            </a:endParaRPr>
          </a:p>
        </p:txBody>
      </p:sp>
      <p:grpSp>
        <p:nvGrpSpPr>
          <p:cNvPr id="6" name="Google Shape;214;p26"/>
          <p:cNvGrpSpPr/>
          <p:nvPr/>
        </p:nvGrpSpPr>
        <p:grpSpPr>
          <a:xfrm>
            <a:off x="1671311" y="2178398"/>
            <a:ext cx="2291800" cy="794453"/>
            <a:chOff x="1680837" y="1315124"/>
            <a:chExt cx="1931632" cy="669600"/>
          </a:xfrm>
        </p:grpSpPr>
        <p:cxnSp>
          <p:nvCxnSpPr>
            <p:cNvPr id="7" name="Google Shape;215;p26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rgbClr val="673AB7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8" name="Google Shape;216;p26"/>
            <p:cNvSpPr txBox="1"/>
            <p:nvPr/>
          </p:nvSpPr>
          <p:spPr>
            <a:xfrm>
              <a:off x="1680837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smtClean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Bước 1</a:t>
              </a:r>
              <a:endParaRPr sz="1000" b="1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smtClean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Đây là nội dung mô tả bước 1</a:t>
              </a:r>
              <a:endParaRPr sz="800" b="1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9" name="Google Shape;217;p26"/>
          <p:cNvGrpSpPr/>
          <p:nvPr/>
        </p:nvGrpSpPr>
        <p:grpSpPr>
          <a:xfrm>
            <a:off x="6223139" y="2178398"/>
            <a:ext cx="2301736" cy="794453"/>
            <a:chOff x="5517319" y="1315124"/>
            <a:chExt cx="1940006" cy="669600"/>
          </a:xfrm>
        </p:grpSpPr>
        <p:cxnSp>
          <p:nvCxnSpPr>
            <p:cNvPr id="10" name="Google Shape;218;p26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1" name="Google Shape;219;p26"/>
            <p:cNvSpPr txBox="1"/>
            <p:nvPr/>
          </p:nvSpPr>
          <p:spPr>
            <a:xfrm>
              <a:off x="5962125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lnSpc>
                  <a:spcPct val="115000"/>
                </a:lnSpc>
              </a:pPr>
              <a:r>
                <a:rPr lang="vi-VN" sz="1000" b="1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Bước </a:t>
              </a:r>
              <a:r>
                <a:rPr lang="en-US" sz="1000" b="1" smtClean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2</a:t>
              </a:r>
              <a:endParaRPr lang="vi-VN" sz="1000" b="1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lvl="0" algn="r">
                <a:lnSpc>
                  <a:spcPct val="115000"/>
                </a:lnSpc>
              </a:pPr>
              <a:endParaRPr lang="vi-VN" sz="6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lvl="0">
                <a:lnSpc>
                  <a:spcPct val="115000"/>
                </a:lnSpc>
              </a:pPr>
              <a:r>
                <a:rPr lang="vi-VN" sz="800" b="1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Đây là nội dung mô tả bước 1</a:t>
              </a:r>
            </a:p>
          </p:txBody>
        </p:sp>
      </p:grpSp>
      <p:grpSp>
        <p:nvGrpSpPr>
          <p:cNvPr id="12" name="Google Shape;220;p26"/>
          <p:cNvGrpSpPr/>
          <p:nvPr/>
        </p:nvGrpSpPr>
        <p:grpSpPr>
          <a:xfrm>
            <a:off x="4195371" y="4812355"/>
            <a:ext cx="1773993" cy="1357066"/>
            <a:chOff x="3808226" y="3535140"/>
            <a:chExt cx="1495200" cy="1143796"/>
          </a:xfrm>
        </p:grpSpPr>
        <p:cxnSp>
          <p:nvCxnSpPr>
            <p:cNvPr id="13" name="Google Shape;221;p26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w="19050" cap="flat" cmpd="sng">
              <a:solidFill>
                <a:srgbClr val="E91E63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4" name="Google Shape;222;p26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vi-VN" sz="1000" b="1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Bước </a:t>
              </a:r>
              <a:r>
                <a:rPr lang="en-US" sz="1000" b="1" smtClean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3</a:t>
              </a:r>
              <a:endParaRPr lang="vi-VN" sz="1000" b="1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lvl="0" algn="ctr">
                <a:lnSpc>
                  <a:spcPct val="115000"/>
                </a:lnSpc>
              </a:pPr>
              <a:endParaRPr lang="vi-VN" sz="6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lvl="0" algn="ctr">
                <a:lnSpc>
                  <a:spcPct val="115000"/>
                </a:lnSpc>
              </a:pPr>
              <a:r>
                <a:rPr lang="vi-VN" sz="800" b="1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Đây là nội dung mô tả bước </a:t>
              </a:r>
              <a:r>
                <a:rPr lang="en-US" sz="800" b="1" smtClean="0">
                  <a:solidFill>
                    <a:schemeClr val="bg2"/>
                  </a:solidFill>
                  <a:latin typeface="Karla"/>
                  <a:ea typeface="Karla"/>
                  <a:cs typeface="Karla"/>
                  <a:sym typeface="Karla"/>
                </a:rPr>
                <a:t>3</a:t>
              </a:r>
              <a:endParaRPr lang="vi-VN" sz="800" b="1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5" name="Google Shape;223;p26"/>
          <p:cNvSpPr txBox="1"/>
          <p:nvPr/>
        </p:nvSpPr>
        <p:spPr>
          <a:xfrm>
            <a:off x="4239932" y="3057962"/>
            <a:ext cx="1712771" cy="95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smtClean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smtClean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KẾ HOẠCH</a:t>
            </a:r>
            <a:endParaRPr>
              <a:solidFill>
                <a:schemeClr val="bg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224;p26"/>
          <p:cNvSpPr/>
          <p:nvPr/>
        </p:nvSpPr>
        <p:spPr>
          <a:xfrm rot="1800047">
            <a:off x="3497279" y="1907067"/>
            <a:ext cx="3192684" cy="3192684"/>
          </a:xfrm>
          <a:prstGeom prst="blockArc">
            <a:avLst>
              <a:gd name="adj1" fmla="val 14414370"/>
              <a:gd name="adj2" fmla="val 694"/>
              <a:gd name="adj3" fmla="val 9562"/>
            </a:avLst>
          </a:prstGeom>
          <a:solidFill>
            <a:schemeClr val="accent3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25;p26"/>
          <p:cNvSpPr/>
          <p:nvPr/>
        </p:nvSpPr>
        <p:spPr>
          <a:xfrm rot="19799953" flipH="1">
            <a:off x="3499786" y="1907067"/>
            <a:ext cx="3192684" cy="3192684"/>
          </a:xfrm>
          <a:prstGeom prst="blockArc">
            <a:avLst>
              <a:gd name="adj1" fmla="val 14348563"/>
              <a:gd name="adj2" fmla="val 21472873"/>
              <a:gd name="adj3" fmla="val 9381"/>
            </a:avLst>
          </a:prstGeom>
          <a:solidFill>
            <a:schemeClr val="accent6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26;p26"/>
          <p:cNvSpPr/>
          <p:nvPr/>
        </p:nvSpPr>
        <p:spPr>
          <a:xfrm rot="13500000">
            <a:off x="4876978" y="1837017"/>
            <a:ext cx="430886" cy="4308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27;p26"/>
          <p:cNvSpPr/>
          <p:nvPr/>
        </p:nvSpPr>
        <p:spPr>
          <a:xfrm rot="12599243" flipH="1">
            <a:off x="3498596" y="1905138"/>
            <a:ext cx="3191841" cy="3191841"/>
          </a:xfrm>
          <a:prstGeom prst="blockArc">
            <a:avLst>
              <a:gd name="adj1" fmla="val 14316164"/>
              <a:gd name="adj2" fmla="val 21502663"/>
              <a:gd name="adj3" fmla="val 9415"/>
            </a:avLst>
          </a:prstGeom>
          <a:solidFill>
            <a:schemeClr val="accent4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28;p26"/>
          <p:cNvSpPr/>
          <p:nvPr/>
        </p:nvSpPr>
        <p:spPr>
          <a:xfrm rot="20572139">
            <a:off x="6185830" y="3999265"/>
            <a:ext cx="370972" cy="370972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29;p26"/>
          <p:cNvSpPr/>
          <p:nvPr/>
        </p:nvSpPr>
        <p:spPr>
          <a:xfrm rot="6359841">
            <a:off x="3611129" y="3996809"/>
            <a:ext cx="431373" cy="431373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431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Kế hoạch</a:t>
            </a:r>
            <a:endParaRPr lang="en-US"/>
          </a:p>
        </p:txBody>
      </p:sp>
      <p:sp>
        <p:nvSpPr>
          <p:cNvPr id="3" name="Google Shape;444;p41"/>
          <p:cNvSpPr/>
          <p:nvPr/>
        </p:nvSpPr>
        <p:spPr>
          <a:xfrm>
            <a:off x="9564111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accent6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12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Google Shape;445;p41"/>
          <p:cNvSpPr/>
          <p:nvPr/>
        </p:nvSpPr>
        <p:spPr>
          <a:xfrm>
            <a:off x="8756958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accent6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11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Google Shape;446;p41"/>
          <p:cNvSpPr/>
          <p:nvPr/>
        </p:nvSpPr>
        <p:spPr>
          <a:xfrm>
            <a:off x="7949808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accent6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10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" name="Google Shape;447;p41"/>
          <p:cNvSpPr/>
          <p:nvPr/>
        </p:nvSpPr>
        <p:spPr>
          <a:xfrm>
            <a:off x="7142656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rgbClr val="00B05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9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" name="Google Shape;448;p41"/>
          <p:cNvSpPr/>
          <p:nvPr/>
        </p:nvSpPr>
        <p:spPr>
          <a:xfrm>
            <a:off x="6335504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rgbClr val="00B05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8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Google Shape;449;p41"/>
          <p:cNvSpPr/>
          <p:nvPr/>
        </p:nvSpPr>
        <p:spPr>
          <a:xfrm>
            <a:off x="5528352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rgbClr val="00B05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7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450;p41"/>
          <p:cNvSpPr/>
          <p:nvPr/>
        </p:nvSpPr>
        <p:spPr>
          <a:xfrm>
            <a:off x="4721199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tx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6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451;p41"/>
          <p:cNvSpPr/>
          <p:nvPr/>
        </p:nvSpPr>
        <p:spPr>
          <a:xfrm>
            <a:off x="3914049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tx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5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452;p41"/>
          <p:cNvSpPr/>
          <p:nvPr/>
        </p:nvSpPr>
        <p:spPr>
          <a:xfrm>
            <a:off x="3106897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tx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4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453;p41"/>
          <p:cNvSpPr/>
          <p:nvPr/>
        </p:nvSpPr>
        <p:spPr>
          <a:xfrm>
            <a:off x="2299745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3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454;p41"/>
          <p:cNvSpPr/>
          <p:nvPr/>
        </p:nvSpPr>
        <p:spPr>
          <a:xfrm>
            <a:off x="1492593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THÁNG 2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455;p41"/>
          <p:cNvSpPr/>
          <p:nvPr/>
        </p:nvSpPr>
        <p:spPr>
          <a:xfrm>
            <a:off x="685440" y="3020253"/>
            <a:ext cx="1006293" cy="565178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T</a:t>
            </a:r>
            <a:r>
              <a:rPr lang="en" sz="1000" smtClean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HÁNG 1</a:t>
            </a:r>
            <a:endParaRPr sz="1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456;p41"/>
          <p:cNvSpPr/>
          <p:nvPr/>
        </p:nvSpPr>
        <p:spPr>
          <a:xfrm>
            <a:off x="105487" y="3020253"/>
            <a:ext cx="779274" cy="565178"/>
          </a:xfrm>
          <a:prstGeom prst="homePlate">
            <a:avLst>
              <a:gd name="adj" fmla="val 32030"/>
            </a:avLst>
          </a:prstGeom>
          <a:solidFill>
            <a:schemeClr val="bg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16" name="Google Shape;457;p41"/>
          <p:cNvCxnSpPr/>
          <p:nvPr/>
        </p:nvCxnSpPr>
        <p:spPr>
          <a:xfrm rot="10800000">
            <a:off x="1045727" y="2339599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458;p41"/>
          <p:cNvSpPr txBox="1"/>
          <p:nvPr/>
        </p:nvSpPr>
        <p:spPr>
          <a:xfrm>
            <a:off x="995564" y="1543050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một</a:t>
            </a:r>
            <a:endParaRPr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8" name="Google Shape;459;p41"/>
          <p:cNvCxnSpPr/>
          <p:nvPr/>
        </p:nvCxnSpPr>
        <p:spPr>
          <a:xfrm rot="10800000">
            <a:off x="2661335" y="2339599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9" name="Google Shape;460;p41"/>
          <p:cNvSpPr txBox="1"/>
          <p:nvPr/>
        </p:nvSpPr>
        <p:spPr>
          <a:xfrm>
            <a:off x="2613015" y="1543050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tháng ba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0" name="Google Shape;461;p41"/>
          <p:cNvCxnSpPr/>
          <p:nvPr/>
        </p:nvCxnSpPr>
        <p:spPr>
          <a:xfrm rot="10800000">
            <a:off x="4276944" y="2339599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1" name="Google Shape;462;p41"/>
          <p:cNvSpPr txBox="1"/>
          <p:nvPr/>
        </p:nvSpPr>
        <p:spPr>
          <a:xfrm>
            <a:off x="4230465" y="1543050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năm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2" name="Google Shape;463;p41"/>
          <p:cNvCxnSpPr/>
          <p:nvPr/>
        </p:nvCxnSpPr>
        <p:spPr>
          <a:xfrm rot="10800000">
            <a:off x="5892552" y="2339599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3" name="Google Shape;464;p41"/>
          <p:cNvSpPr txBox="1"/>
          <p:nvPr/>
        </p:nvSpPr>
        <p:spPr>
          <a:xfrm>
            <a:off x="5847917" y="1543050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bảy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4" name="Google Shape;465;p41"/>
          <p:cNvCxnSpPr/>
          <p:nvPr/>
        </p:nvCxnSpPr>
        <p:spPr>
          <a:xfrm rot="10800000">
            <a:off x="7508159" y="2339599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5" name="Google Shape;466;p41"/>
          <p:cNvSpPr txBox="1"/>
          <p:nvPr/>
        </p:nvSpPr>
        <p:spPr>
          <a:xfrm>
            <a:off x="7465368" y="1543050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chín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6" name="Google Shape;467;p41"/>
          <p:cNvCxnSpPr/>
          <p:nvPr/>
        </p:nvCxnSpPr>
        <p:spPr>
          <a:xfrm rot="10800000">
            <a:off x="9123767" y="2339599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7" name="Google Shape;468;p41"/>
          <p:cNvSpPr txBox="1"/>
          <p:nvPr/>
        </p:nvSpPr>
        <p:spPr>
          <a:xfrm>
            <a:off x="9082818" y="1543050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mười một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8" name="Google Shape;469;p41"/>
          <p:cNvCxnSpPr/>
          <p:nvPr/>
        </p:nvCxnSpPr>
        <p:spPr>
          <a:xfrm rot="10800000">
            <a:off x="1865937" y="3550134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" name="Google Shape;470;p41"/>
          <p:cNvSpPr txBox="1"/>
          <p:nvPr/>
        </p:nvSpPr>
        <p:spPr>
          <a:xfrm>
            <a:off x="1780171" y="4301381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hai.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0" name="Google Shape;471;p41"/>
          <p:cNvCxnSpPr/>
          <p:nvPr/>
        </p:nvCxnSpPr>
        <p:spPr>
          <a:xfrm rot="10800000">
            <a:off x="3481545" y="3550134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1" name="Google Shape;472;p41"/>
          <p:cNvSpPr txBox="1"/>
          <p:nvPr/>
        </p:nvSpPr>
        <p:spPr>
          <a:xfrm>
            <a:off x="3406982" y="4301381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tư.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2" name="Google Shape;473;p41"/>
          <p:cNvCxnSpPr/>
          <p:nvPr/>
        </p:nvCxnSpPr>
        <p:spPr>
          <a:xfrm rot="10800000">
            <a:off x="5097154" y="3550134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" name="Google Shape;474;p41"/>
          <p:cNvSpPr txBox="1"/>
          <p:nvPr/>
        </p:nvSpPr>
        <p:spPr>
          <a:xfrm>
            <a:off x="5033792" y="4301381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sáu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4" name="Google Shape;475;p41"/>
          <p:cNvCxnSpPr/>
          <p:nvPr/>
        </p:nvCxnSpPr>
        <p:spPr>
          <a:xfrm rot="10800000">
            <a:off x="6712762" y="3550134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5" name="Google Shape;476;p41"/>
          <p:cNvSpPr txBox="1"/>
          <p:nvPr/>
        </p:nvSpPr>
        <p:spPr>
          <a:xfrm>
            <a:off x="6660601" y="4301381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tám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6" name="Google Shape;477;p41"/>
          <p:cNvCxnSpPr/>
          <p:nvPr/>
        </p:nvCxnSpPr>
        <p:spPr>
          <a:xfrm rot="10800000">
            <a:off x="8328370" y="3550134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" name="Google Shape;478;p41"/>
          <p:cNvSpPr txBox="1"/>
          <p:nvPr/>
        </p:nvSpPr>
        <p:spPr>
          <a:xfrm>
            <a:off x="8287411" y="4301381"/>
            <a:ext cx="1527962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mười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8" name="Google Shape;479;p41"/>
          <p:cNvCxnSpPr/>
          <p:nvPr/>
        </p:nvCxnSpPr>
        <p:spPr>
          <a:xfrm rot="10800000">
            <a:off x="9943979" y="3550134"/>
            <a:ext cx="0" cy="715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" name="Google Shape;480;p41"/>
          <p:cNvSpPr txBox="1"/>
          <p:nvPr/>
        </p:nvSpPr>
        <p:spPr>
          <a:xfrm>
            <a:off x="9897770" y="4301381"/>
            <a:ext cx="1608429" cy="7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90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Đây là các nội dung công việc của tháng </a:t>
            </a:r>
            <a:r>
              <a:rPr lang="en-US" sz="900" smtClean="0">
                <a:solidFill>
                  <a:schemeClr val="bg2"/>
                </a:solidFill>
                <a:latin typeface="Karla"/>
                <a:ea typeface="Karla"/>
                <a:cs typeface="Karla"/>
                <a:sym typeface="Karla"/>
              </a:rPr>
              <a:t>mười hai</a:t>
            </a:r>
            <a:endParaRPr lang="en-US" sz="900">
              <a:solidFill>
                <a:schemeClr val="bg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3210354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SWOT</a:t>
            </a:r>
            <a:endParaRPr lang="en-US"/>
          </a:p>
        </p:txBody>
      </p:sp>
      <p:sp>
        <p:nvSpPr>
          <p:cNvPr id="3" name="Google Shape;526;p44"/>
          <p:cNvSpPr/>
          <p:nvPr/>
        </p:nvSpPr>
        <p:spPr>
          <a:xfrm>
            <a:off x="2073562" y="1540132"/>
            <a:ext cx="3341082" cy="17800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STRENGTHS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Blue is the colour of the clear sky and the deep sea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Google Shape;527;p44"/>
          <p:cNvSpPr/>
          <p:nvPr/>
        </p:nvSpPr>
        <p:spPr>
          <a:xfrm>
            <a:off x="5584447" y="1549340"/>
            <a:ext cx="3341082" cy="17800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WEAKNESSES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Yellow is the color of gold, butter and ripe lemons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Google Shape;528;p44"/>
          <p:cNvSpPr/>
          <p:nvPr/>
        </p:nvSpPr>
        <p:spPr>
          <a:xfrm>
            <a:off x="2083087" y="3491984"/>
            <a:ext cx="3341082" cy="17800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Black is the color of ebony and of outer space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OPPORTUNITIES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" name="Google Shape;529;p44"/>
          <p:cNvSpPr/>
          <p:nvPr/>
        </p:nvSpPr>
        <p:spPr>
          <a:xfrm>
            <a:off x="5593972" y="3495337"/>
            <a:ext cx="3341082" cy="17800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White is the color of milk and fresh snow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THREATS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" name="Google Shape;530;p44"/>
          <p:cNvSpPr/>
          <p:nvPr/>
        </p:nvSpPr>
        <p:spPr>
          <a:xfrm>
            <a:off x="4063427" y="1980882"/>
            <a:ext cx="2715261" cy="2715261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31;p44"/>
          <p:cNvSpPr/>
          <p:nvPr/>
        </p:nvSpPr>
        <p:spPr>
          <a:xfrm rot="5400000">
            <a:off x="4220405" y="1980882"/>
            <a:ext cx="2715261" cy="2715261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32;p44"/>
          <p:cNvSpPr/>
          <p:nvPr/>
        </p:nvSpPr>
        <p:spPr>
          <a:xfrm rot="10800000">
            <a:off x="4220405" y="2128918"/>
            <a:ext cx="2715261" cy="2715261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33;p44"/>
          <p:cNvSpPr/>
          <p:nvPr/>
        </p:nvSpPr>
        <p:spPr>
          <a:xfrm rot="16200000">
            <a:off x="4063426" y="2128919"/>
            <a:ext cx="2715261" cy="2715261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534;p44"/>
          <p:cNvSpPr/>
          <p:nvPr/>
        </p:nvSpPr>
        <p:spPr>
          <a:xfrm>
            <a:off x="4688544" y="2547265"/>
            <a:ext cx="403790" cy="5022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S</a:t>
            </a:r>
          </a:p>
        </p:txBody>
      </p:sp>
      <p:sp>
        <p:nvSpPr>
          <p:cNvPr id="12" name="Google Shape;535;p44"/>
          <p:cNvSpPr/>
          <p:nvPr/>
        </p:nvSpPr>
        <p:spPr>
          <a:xfrm>
            <a:off x="5790677" y="2555936"/>
            <a:ext cx="776359" cy="4856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W</a:t>
            </a:r>
          </a:p>
        </p:txBody>
      </p:sp>
      <p:sp>
        <p:nvSpPr>
          <p:cNvPr id="13" name="Google Shape;536;p44"/>
          <p:cNvSpPr/>
          <p:nvPr/>
        </p:nvSpPr>
        <p:spPr>
          <a:xfrm>
            <a:off x="4649692" y="3740872"/>
            <a:ext cx="531449" cy="5022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smtClean="0">
                <a:ln>
                  <a:noFill/>
                </a:ln>
                <a:solidFill>
                  <a:schemeClr val="lt1"/>
                </a:solidFill>
                <a:latin typeface="Montserrat"/>
              </a:rPr>
              <a:t>O</a:t>
            </a:r>
            <a:endParaRPr b="1" i="0">
              <a:ln>
                <a:noFill/>
              </a:ln>
              <a:solidFill>
                <a:schemeClr val="lt1"/>
              </a:solidFill>
              <a:latin typeface="Montserrat"/>
            </a:endParaRPr>
          </a:p>
        </p:txBody>
      </p:sp>
      <p:sp>
        <p:nvSpPr>
          <p:cNvPr id="14" name="Google Shape;537;p44"/>
          <p:cNvSpPr/>
          <p:nvPr/>
        </p:nvSpPr>
        <p:spPr>
          <a:xfrm>
            <a:off x="5919030" y="3749544"/>
            <a:ext cx="423217" cy="4856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ontserrat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27124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smtClean="0"/>
              <a:t>ĐÂY LÀ SLIDE VỚI MÀU KHÁC</a:t>
            </a:r>
            <a:endParaRPr lang="en-US" sz="540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1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Tiêu đề slide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Nội dung slide</a:t>
            </a:r>
          </a:p>
        </p:txBody>
      </p:sp>
    </p:spTree>
    <p:extLst>
      <p:ext uri="{BB962C8B-B14F-4D97-AF65-F5344CB8AC3E}">
        <p14:creationId xmlns:p14="http://schemas.microsoft.com/office/powerpoint/2010/main" val="2165016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Lại một định dạng khác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99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Tiêu đề slide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Nội dung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95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8325" y="296860"/>
            <a:ext cx="10231582" cy="779462"/>
          </a:xfrm>
        </p:spPr>
        <p:txBody>
          <a:bodyPr/>
          <a:lstStyle/>
          <a:p>
            <a:r>
              <a:rPr lang="en-US" smtClean="0"/>
              <a:t>Một số hình minh họa</a:t>
            </a:r>
            <a:endParaRPr lang="en-US"/>
          </a:p>
        </p:txBody>
      </p:sp>
      <p:grpSp>
        <p:nvGrpSpPr>
          <p:cNvPr id="5" name="Google Shape;1181;p51"/>
          <p:cNvGrpSpPr/>
          <p:nvPr/>
        </p:nvGrpSpPr>
        <p:grpSpPr>
          <a:xfrm>
            <a:off x="4453938" y="2604227"/>
            <a:ext cx="445718" cy="445753"/>
            <a:chOff x="3706812" y="1035050"/>
            <a:chExt cx="4792662" cy="4787899"/>
          </a:xfrm>
        </p:grpSpPr>
        <p:sp>
          <p:nvSpPr>
            <p:cNvPr id="6" name="Google Shape;1182;p51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183;p51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184;p51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185;p51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186;p51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87;p51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oogle Shape;1188;p51"/>
          <p:cNvGrpSpPr/>
          <p:nvPr/>
        </p:nvGrpSpPr>
        <p:grpSpPr>
          <a:xfrm>
            <a:off x="3174443" y="2604257"/>
            <a:ext cx="443331" cy="445437"/>
            <a:chOff x="1400175" y="1220787"/>
            <a:chExt cx="4473575" cy="4476750"/>
          </a:xfrm>
        </p:grpSpPr>
        <p:sp>
          <p:nvSpPr>
            <p:cNvPr id="13" name="Google Shape;1189;p51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190;p51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91;p51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192;p51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193;p51"/>
          <p:cNvGrpSpPr/>
          <p:nvPr/>
        </p:nvGrpSpPr>
        <p:grpSpPr>
          <a:xfrm>
            <a:off x="2533096" y="2604271"/>
            <a:ext cx="446045" cy="445465"/>
            <a:chOff x="1649412" y="927100"/>
            <a:chExt cx="5011737" cy="5016500"/>
          </a:xfrm>
        </p:grpSpPr>
        <p:sp>
          <p:nvSpPr>
            <p:cNvPr id="18" name="Google Shape;1194;p51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95;p51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196;p51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1197;p51"/>
          <p:cNvGrpSpPr/>
          <p:nvPr/>
        </p:nvGrpSpPr>
        <p:grpSpPr>
          <a:xfrm>
            <a:off x="3813447" y="2604524"/>
            <a:ext cx="444870" cy="445286"/>
            <a:chOff x="1301750" y="920750"/>
            <a:chExt cx="5095875" cy="5100637"/>
          </a:xfrm>
        </p:grpSpPr>
        <p:sp>
          <p:nvSpPr>
            <p:cNvPr id="22" name="Google Shape;1198;p51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99;p51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00;p51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01;p51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02;p51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1203;p51"/>
          <p:cNvGrpSpPr/>
          <p:nvPr/>
        </p:nvGrpSpPr>
        <p:grpSpPr>
          <a:xfrm>
            <a:off x="5736620" y="2604433"/>
            <a:ext cx="445621" cy="445591"/>
            <a:chOff x="5732756" y="2682276"/>
            <a:chExt cx="719905" cy="719856"/>
          </a:xfrm>
        </p:grpSpPr>
        <p:sp>
          <p:nvSpPr>
            <p:cNvPr id="28" name="Google Shape;1204;p51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205;p51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206;p51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1207;p51"/>
          <p:cNvGrpSpPr/>
          <p:nvPr/>
        </p:nvGrpSpPr>
        <p:grpSpPr>
          <a:xfrm>
            <a:off x="6377937" y="2604427"/>
            <a:ext cx="445627" cy="445604"/>
            <a:chOff x="6768809" y="2682265"/>
            <a:chExt cx="719915" cy="719877"/>
          </a:xfrm>
        </p:grpSpPr>
        <p:sp>
          <p:nvSpPr>
            <p:cNvPr id="32" name="Google Shape;1208;p51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209;p51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210;p51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211;p51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1212;p51"/>
          <p:cNvGrpSpPr/>
          <p:nvPr/>
        </p:nvGrpSpPr>
        <p:grpSpPr>
          <a:xfrm>
            <a:off x="7019259" y="2604456"/>
            <a:ext cx="445753" cy="445545"/>
            <a:chOff x="7804870" y="2682313"/>
            <a:chExt cx="720118" cy="719782"/>
          </a:xfrm>
        </p:grpSpPr>
        <p:sp>
          <p:nvSpPr>
            <p:cNvPr id="37" name="Google Shape;1213;p51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214;p51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215;p51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216;p51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217;p51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1218;p51"/>
          <p:cNvGrpSpPr/>
          <p:nvPr/>
        </p:nvGrpSpPr>
        <p:grpSpPr>
          <a:xfrm>
            <a:off x="7660707" y="2604225"/>
            <a:ext cx="446293" cy="446006"/>
            <a:chOff x="8841135" y="2681940"/>
            <a:chExt cx="720990" cy="720527"/>
          </a:xfrm>
        </p:grpSpPr>
        <p:sp>
          <p:nvSpPr>
            <p:cNvPr id="43" name="Google Shape;1219;p51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220;p51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221;p51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222;p51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223;p51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224;p51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1225;p51"/>
          <p:cNvGrpSpPr/>
          <p:nvPr/>
        </p:nvGrpSpPr>
        <p:grpSpPr>
          <a:xfrm>
            <a:off x="5094705" y="2604157"/>
            <a:ext cx="445260" cy="445260"/>
            <a:chOff x="4103687" y="1439862"/>
            <a:chExt cx="3986212" cy="3986211"/>
          </a:xfrm>
        </p:grpSpPr>
        <p:sp>
          <p:nvSpPr>
            <p:cNvPr id="50" name="Google Shape;1226;p51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227;p51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1228;p51"/>
          <p:cNvGrpSpPr/>
          <p:nvPr/>
        </p:nvGrpSpPr>
        <p:grpSpPr>
          <a:xfrm>
            <a:off x="8302695" y="2604461"/>
            <a:ext cx="445803" cy="445535"/>
            <a:chOff x="9878272" y="2682320"/>
            <a:chExt cx="720199" cy="719767"/>
          </a:xfrm>
        </p:grpSpPr>
        <p:sp>
          <p:nvSpPr>
            <p:cNvPr id="53" name="Google Shape;1229;p51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230;p51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231;p51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1232;p51"/>
          <p:cNvGrpSpPr/>
          <p:nvPr/>
        </p:nvGrpSpPr>
        <p:grpSpPr>
          <a:xfrm>
            <a:off x="8944193" y="2604378"/>
            <a:ext cx="445700" cy="445701"/>
            <a:chOff x="10914618" y="2682187"/>
            <a:chExt cx="720033" cy="720033"/>
          </a:xfrm>
        </p:grpSpPr>
        <p:sp>
          <p:nvSpPr>
            <p:cNvPr id="57" name="Google Shape;1233;p51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234;p51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235;p51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236;p51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237;p51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238;p51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1239;p51"/>
          <p:cNvGrpSpPr/>
          <p:nvPr/>
        </p:nvGrpSpPr>
        <p:grpSpPr>
          <a:xfrm>
            <a:off x="3167714" y="1897157"/>
            <a:ext cx="361521" cy="445816"/>
            <a:chOff x="1582665" y="1011072"/>
            <a:chExt cx="584040" cy="720220"/>
          </a:xfrm>
        </p:grpSpPr>
        <p:sp>
          <p:nvSpPr>
            <p:cNvPr id="64" name="Google Shape;1240;p51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241;p51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242;p51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243;p51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244;p51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1245;p51"/>
          <p:cNvGrpSpPr/>
          <p:nvPr/>
        </p:nvGrpSpPr>
        <p:grpSpPr>
          <a:xfrm>
            <a:off x="3769098" y="1897178"/>
            <a:ext cx="379481" cy="445796"/>
            <a:chOff x="2554206" y="1011105"/>
            <a:chExt cx="613055" cy="720187"/>
          </a:xfrm>
        </p:grpSpPr>
        <p:sp>
          <p:nvSpPr>
            <p:cNvPr id="70" name="Google Shape;1246;p51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247;p51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248;p51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1249;p51"/>
          <p:cNvGrpSpPr/>
          <p:nvPr/>
        </p:nvGrpSpPr>
        <p:grpSpPr>
          <a:xfrm>
            <a:off x="8317273" y="1851518"/>
            <a:ext cx="460705" cy="491455"/>
            <a:chOff x="9901824" y="937343"/>
            <a:chExt cx="744273" cy="793950"/>
          </a:xfrm>
        </p:grpSpPr>
        <p:grpSp>
          <p:nvGrpSpPr>
            <p:cNvPr id="74" name="Google Shape;1250;p51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1" name="Google Shape;1251;p51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252;p51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1253;p51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1254;p51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255;p51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1256;p51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1257;p51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1258;p51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1259;p51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1260;p51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" name="Google Shape;1261;p51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262;p51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263;p51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264;p51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265;p51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266;p51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1267;p51"/>
          <p:cNvGrpSpPr/>
          <p:nvPr/>
        </p:nvGrpSpPr>
        <p:grpSpPr>
          <a:xfrm>
            <a:off x="4388442" y="1897344"/>
            <a:ext cx="369868" cy="445629"/>
            <a:chOff x="3554761" y="1011374"/>
            <a:chExt cx="597525" cy="719918"/>
          </a:xfrm>
        </p:grpSpPr>
        <p:sp>
          <p:nvSpPr>
            <p:cNvPr id="92" name="Google Shape;1268;p51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269;p51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270;p51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271;p51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1272;p51"/>
          <p:cNvGrpSpPr/>
          <p:nvPr/>
        </p:nvGrpSpPr>
        <p:grpSpPr>
          <a:xfrm>
            <a:off x="4998172" y="1897132"/>
            <a:ext cx="370755" cy="445841"/>
            <a:chOff x="4539787" y="1011032"/>
            <a:chExt cx="598958" cy="720261"/>
          </a:xfrm>
        </p:grpSpPr>
        <p:sp>
          <p:nvSpPr>
            <p:cNvPr id="97" name="Google Shape;1273;p51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274;p51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275;p51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276;p51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277;p51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278;p51"/>
          <p:cNvGrpSpPr/>
          <p:nvPr/>
        </p:nvGrpSpPr>
        <p:grpSpPr>
          <a:xfrm>
            <a:off x="5608790" y="1897240"/>
            <a:ext cx="366917" cy="445733"/>
            <a:chOff x="5526246" y="1011207"/>
            <a:chExt cx="592758" cy="720086"/>
          </a:xfrm>
        </p:grpSpPr>
        <p:sp>
          <p:nvSpPr>
            <p:cNvPr id="103" name="Google Shape;1279;p51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280;p51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281;p51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282;p51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283;p51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284;p51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286;p51"/>
          <p:cNvSpPr/>
          <p:nvPr/>
        </p:nvSpPr>
        <p:spPr>
          <a:xfrm>
            <a:off x="2596161" y="2210617"/>
            <a:ext cx="282711" cy="132357"/>
          </a:xfrm>
          <a:custGeom>
            <a:avLst/>
            <a:gdLst/>
            <a:ahLst/>
            <a:cxnLst/>
            <a:rect l="l" t="t" r="r" b="b"/>
            <a:pathLst>
              <a:path w="763" h="358" extrusionOk="0">
                <a:moveTo>
                  <a:pt x="1" y="27"/>
                </a:moveTo>
                <a:cubicBezTo>
                  <a:pt x="0" y="41"/>
                  <a:pt x="25" y="62"/>
                  <a:pt x="25" y="75"/>
                </a:cubicBezTo>
                <a:cubicBezTo>
                  <a:pt x="26" y="89"/>
                  <a:pt x="4" y="123"/>
                  <a:pt x="14" y="160"/>
                </a:cubicBezTo>
                <a:cubicBezTo>
                  <a:pt x="32" y="219"/>
                  <a:pt x="230" y="155"/>
                  <a:pt x="245" y="169"/>
                </a:cubicBezTo>
                <a:cubicBezTo>
                  <a:pt x="269" y="192"/>
                  <a:pt x="241" y="258"/>
                  <a:pt x="255" y="280"/>
                </a:cubicBezTo>
                <a:cubicBezTo>
                  <a:pt x="275" y="313"/>
                  <a:pt x="582" y="358"/>
                  <a:pt x="735" y="252"/>
                </a:cubicBezTo>
                <a:cubicBezTo>
                  <a:pt x="763" y="232"/>
                  <a:pt x="729" y="168"/>
                  <a:pt x="749" y="8"/>
                </a:cubicBezTo>
                <a:cubicBezTo>
                  <a:pt x="749" y="4"/>
                  <a:pt x="746" y="0"/>
                  <a:pt x="74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2" y="0"/>
                  <a:pt x="19" y="1"/>
                  <a:pt x="17" y="3"/>
                </a:cubicBezTo>
                <a:cubicBezTo>
                  <a:pt x="10" y="11"/>
                  <a:pt x="2" y="21"/>
                  <a:pt x="1" y="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287;p51"/>
          <p:cNvSpPr/>
          <p:nvPr/>
        </p:nvSpPr>
        <p:spPr>
          <a:xfrm>
            <a:off x="2563558" y="2109717"/>
            <a:ext cx="347620" cy="95707"/>
          </a:xfrm>
          <a:custGeom>
            <a:avLst/>
            <a:gdLst/>
            <a:ahLst/>
            <a:cxnLst/>
            <a:rect l="l" t="t" r="r" b="b"/>
            <a:pathLst>
              <a:path w="938" h="259" extrusionOk="0">
                <a:moveTo>
                  <a:pt x="2" y="109"/>
                </a:moveTo>
                <a:cubicBezTo>
                  <a:pt x="0" y="146"/>
                  <a:pt x="74" y="161"/>
                  <a:pt x="88" y="186"/>
                </a:cubicBezTo>
                <a:cubicBezTo>
                  <a:pt x="93" y="197"/>
                  <a:pt x="77" y="222"/>
                  <a:pt x="79" y="237"/>
                </a:cubicBezTo>
                <a:cubicBezTo>
                  <a:pt x="79" y="244"/>
                  <a:pt x="91" y="252"/>
                  <a:pt x="101" y="257"/>
                </a:cubicBezTo>
                <a:cubicBezTo>
                  <a:pt x="103" y="258"/>
                  <a:pt x="104" y="259"/>
                  <a:pt x="106" y="259"/>
                </a:cubicBezTo>
                <a:cubicBezTo>
                  <a:pt x="840" y="259"/>
                  <a:pt x="840" y="259"/>
                  <a:pt x="840" y="259"/>
                </a:cubicBezTo>
                <a:cubicBezTo>
                  <a:pt x="840" y="258"/>
                  <a:pt x="840" y="258"/>
                  <a:pt x="840" y="258"/>
                </a:cubicBezTo>
                <a:cubicBezTo>
                  <a:pt x="854" y="164"/>
                  <a:pt x="895" y="93"/>
                  <a:pt x="936" y="10"/>
                </a:cubicBezTo>
                <a:cubicBezTo>
                  <a:pt x="936" y="10"/>
                  <a:pt x="936" y="10"/>
                  <a:pt x="936" y="10"/>
                </a:cubicBezTo>
                <a:cubicBezTo>
                  <a:pt x="938" y="5"/>
                  <a:pt x="935" y="0"/>
                  <a:pt x="929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5" y="0"/>
                  <a:pt x="73" y="1"/>
                  <a:pt x="71" y="3"/>
                </a:cubicBezTo>
                <a:cubicBezTo>
                  <a:pt x="39" y="39"/>
                  <a:pt x="3" y="78"/>
                  <a:pt x="2" y="1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288;p51"/>
          <p:cNvSpPr/>
          <p:nvPr/>
        </p:nvSpPr>
        <p:spPr>
          <a:xfrm>
            <a:off x="2597650" y="2008818"/>
            <a:ext cx="330202" cy="95410"/>
          </a:xfrm>
          <a:custGeom>
            <a:avLst/>
            <a:gdLst/>
            <a:ahLst/>
            <a:cxnLst/>
            <a:rect l="l" t="t" r="r" b="b"/>
            <a:pathLst>
              <a:path w="891" h="258" extrusionOk="0">
                <a:moveTo>
                  <a:pt x="8" y="98"/>
                </a:moveTo>
                <a:cubicBezTo>
                  <a:pt x="2" y="142"/>
                  <a:pt x="31" y="174"/>
                  <a:pt x="28" y="199"/>
                </a:cubicBezTo>
                <a:cubicBezTo>
                  <a:pt x="26" y="213"/>
                  <a:pt x="17" y="230"/>
                  <a:pt x="3" y="247"/>
                </a:cubicBezTo>
                <a:cubicBezTo>
                  <a:pt x="0" y="252"/>
                  <a:pt x="3" y="258"/>
                  <a:pt x="9" y="258"/>
                </a:cubicBezTo>
                <a:cubicBezTo>
                  <a:pt x="849" y="258"/>
                  <a:pt x="849" y="258"/>
                  <a:pt x="849" y="258"/>
                </a:cubicBezTo>
                <a:cubicBezTo>
                  <a:pt x="852" y="258"/>
                  <a:pt x="855" y="256"/>
                  <a:pt x="856" y="254"/>
                </a:cubicBezTo>
                <a:cubicBezTo>
                  <a:pt x="875" y="195"/>
                  <a:pt x="891" y="98"/>
                  <a:pt x="873" y="5"/>
                </a:cubicBezTo>
                <a:cubicBezTo>
                  <a:pt x="872" y="2"/>
                  <a:pt x="869" y="0"/>
                  <a:pt x="866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1" y="0"/>
                  <a:pt x="28" y="2"/>
                  <a:pt x="27" y="5"/>
                </a:cubicBezTo>
                <a:cubicBezTo>
                  <a:pt x="17" y="38"/>
                  <a:pt x="11" y="70"/>
                  <a:pt x="8" y="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289;p51"/>
          <p:cNvSpPr/>
          <p:nvPr/>
        </p:nvSpPr>
        <p:spPr>
          <a:xfrm>
            <a:off x="2611049" y="1897234"/>
            <a:ext cx="307871" cy="106093"/>
          </a:xfrm>
          <a:custGeom>
            <a:avLst/>
            <a:gdLst/>
            <a:ahLst/>
            <a:cxnLst/>
            <a:rect l="l" t="t" r="r" b="b"/>
            <a:pathLst>
              <a:path w="831" h="287" extrusionOk="0">
                <a:moveTo>
                  <a:pt x="690" y="102"/>
                </a:moveTo>
                <a:cubicBezTo>
                  <a:pt x="488" y="0"/>
                  <a:pt x="287" y="19"/>
                  <a:pt x="180" y="75"/>
                </a:cubicBezTo>
                <a:cubicBezTo>
                  <a:pt x="84" y="125"/>
                  <a:pt x="31" y="203"/>
                  <a:pt x="2" y="278"/>
                </a:cubicBezTo>
                <a:cubicBezTo>
                  <a:pt x="0" y="282"/>
                  <a:pt x="3" y="287"/>
                  <a:pt x="8" y="287"/>
                </a:cubicBezTo>
                <a:cubicBezTo>
                  <a:pt x="823" y="287"/>
                  <a:pt x="823" y="287"/>
                  <a:pt x="823" y="287"/>
                </a:cubicBezTo>
                <a:cubicBezTo>
                  <a:pt x="828" y="287"/>
                  <a:pt x="831" y="283"/>
                  <a:pt x="830" y="278"/>
                </a:cubicBezTo>
                <a:cubicBezTo>
                  <a:pt x="810" y="207"/>
                  <a:pt x="768" y="141"/>
                  <a:pt x="690" y="1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290;p51"/>
          <p:cNvGrpSpPr/>
          <p:nvPr/>
        </p:nvGrpSpPr>
        <p:grpSpPr>
          <a:xfrm>
            <a:off x="9017841" y="1897211"/>
            <a:ext cx="298405" cy="445762"/>
            <a:chOff x="11033597" y="1011159"/>
            <a:chExt cx="482075" cy="720133"/>
          </a:xfrm>
        </p:grpSpPr>
        <p:sp>
          <p:nvSpPr>
            <p:cNvPr id="114" name="Google Shape;1291;p51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292;p51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293;p51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294;p51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295;p51"/>
          <p:cNvGrpSpPr/>
          <p:nvPr/>
        </p:nvGrpSpPr>
        <p:grpSpPr>
          <a:xfrm>
            <a:off x="7616706" y="1851518"/>
            <a:ext cx="460705" cy="491455"/>
            <a:chOff x="8770051" y="937343"/>
            <a:chExt cx="744273" cy="793950"/>
          </a:xfrm>
        </p:grpSpPr>
        <p:sp>
          <p:nvSpPr>
            <p:cNvPr id="119" name="Google Shape;1296;p51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97;p51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98;p51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99;p51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300;p51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301;p51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25" name="Google Shape;1302;p5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303;p5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304;p5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305;p5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306;p5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7;p5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08;p5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09;p5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10;p5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11;p5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" name="Google Shape;1312;p51"/>
          <p:cNvGrpSpPr/>
          <p:nvPr/>
        </p:nvGrpSpPr>
        <p:grpSpPr>
          <a:xfrm>
            <a:off x="6215570" y="1851518"/>
            <a:ext cx="460705" cy="491455"/>
            <a:chOff x="6506504" y="937343"/>
            <a:chExt cx="744273" cy="793950"/>
          </a:xfrm>
        </p:grpSpPr>
        <p:sp>
          <p:nvSpPr>
            <p:cNvPr id="136" name="Google Shape;1313;p51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14;p51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15;p51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" name="Google Shape;1316;p51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40" name="Google Shape;1317;p5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318;p5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319;p5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320;p5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321;p5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322;p5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323;p5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324;p5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325;p5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326;p5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0" name="Google Shape;1327;p51"/>
          <p:cNvGrpSpPr/>
          <p:nvPr/>
        </p:nvGrpSpPr>
        <p:grpSpPr>
          <a:xfrm>
            <a:off x="6916138" y="1851518"/>
            <a:ext cx="460705" cy="491455"/>
            <a:chOff x="7638277" y="937343"/>
            <a:chExt cx="744273" cy="793950"/>
          </a:xfrm>
        </p:grpSpPr>
        <p:sp>
          <p:nvSpPr>
            <p:cNvPr id="151" name="Google Shape;1328;p51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329;p51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330;p51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331;p51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" name="Google Shape;1332;p51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56" name="Google Shape;1333;p5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334;p5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335;p5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336;p5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337;p5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338;p5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339;p5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340;p5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341;p5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342;p5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" name="Google Shape;1343;p51"/>
          <p:cNvGrpSpPr/>
          <p:nvPr/>
        </p:nvGrpSpPr>
        <p:grpSpPr>
          <a:xfrm>
            <a:off x="4456248" y="4041073"/>
            <a:ext cx="445779" cy="400764"/>
            <a:chOff x="3778727" y="4460423"/>
            <a:chExt cx="720160" cy="647438"/>
          </a:xfrm>
        </p:grpSpPr>
        <p:sp>
          <p:nvSpPr>
            <p:cNvPr id="167" name="Google Shape;1344;p51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345;p51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346;p51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347;p51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348;p51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349;p51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350;p51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351;p51"/>
          <p:cNvGrpSpPr/>
          <p:nvPr/>
        </p:nvGrpSpPr>
        <p:grpSpPr>
          <a:xfrm>
            <a:off x="2533133" y="4026148"/>
            <a:ext cx="445680" cy="430613"/>
            <a:chOff x="557494" y="4436312"/>
            <a:chExt cx="720000" cy="695660"/>
          </a:xfrm>
        </p:grpSpPr>
        <p:sp>
          <p:nvSpPr>
            <p:cNvPr id="175" name="Google Shape;1352;p51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353;p51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354;p51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355;p51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356;p51"/>
          <p:cNvGrpSpPr/>
          <p:nvPr/>
        </p:nvGrpSpPr>
        <p:grpSpPr>
          <a:xfrm>
            <a:off x="5738355" y="4018559"/>
            <a:ext cx="445833" cy="445792"/>
            <a:chOff x="5926265" y="4424051"/>
            <a:chExt cx="720246" cy="720181"/>
          </a:xfrm>
        </p:grpSpPr>
        <p:sp>
          <p:nvSpPr>
            <p:cNvPr id="180" name="Google Shape;1357;p51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358;p51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359;p51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360;p51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361;p51"/>
          <p:cNvGrpSpPr/>
          <p:nvPr/>
        </p:nvGrpSpPr>
        <p:grpSpPr>
          <a:xfrm>
            <a:off x="3174116" y="4038113"/>
            <a:ext cx="445680" cy="406684"/>
            <a:chOff x="1631150" y="4455641"/>
            <a:chExt cx="720000" cy="657002"/>
          </a:xfrm>
        </p:grpSpPr>
        <p:sp>
          <p:nvSpPr>
            <p:cNvPr id="185" name="Google Shape;1362;p51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363;p51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364;p51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365;p51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366;p51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367;p51"/>
          <p:cNvGrpSpPr/>
          <p:nvPr/>
        </p:nvGrpSpPr>
        <p:grpSpPr>
          <a:xfrm>
            <a:off x="3815145" y="4037529"/>
            <a:ext cx="445680" cy="407853"/>
            <a:chOff x="2704878" y="4454697"/>
            <a:chExt cx="720000" cy="658889"/>
          </a:xfrm>
        </p:grpSpPr>
        <p:sp>
          <p:nvSpPr>
            <p:cNvPr id="191" name="Google Shape;1368;p51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369;p51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370;p51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371;p51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372;p51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373;p51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374;p51"/>
          <p:cNvGrpSpPr/>
          <p:nvPr/>
        </p:nvGrpSpPr>
        <p:grpSpPr>
          <a:xfrm>
            <a:off x="5097416" y="4039487"/>
            <a:ext cx="445549" cy="403935"/>
            <a:chOff x="4852681" y="4457861"/>
            <a:chExt cx="719788" cy="652561"/>
          </a:xfrm>
        </p:grpSpPr>
        <p:sp>
          <p:nvSpPr>
            <p:cNvPr id="198" name="Google Shape;1375;p51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376;p51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1377;p51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1378;p51"/>
          <p:cNvGrpSpPr/>
          <p:nvPr/>
        </p:nvGrpSpPr>
        <p:grpSpPr>
          <a:xfrm>
            <a:off x="6379577" y="4029924"/>
            <a:ext cx="445818" cy="423063"/>
            <a:chOff x="7000306" y="4442411"/>
            <a:chExt cx="720224" cy="683463"/>
          </a:xfrm>
        </p:grpSpPr>
        <p:sp>
          <p:nvSpPr>
            <p:cNvPr id="202" name="Google Shape;1379;p51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1380;p51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1381;p51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1382;p51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1383;p51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1384;p51"/>
          <p:cNvGrpSpPr/>
          <p:nvPr/>
        </p:nvGrpSpPr>
        <p:grpSpPr>
          <a:xfrm>
            <a:off x="7020785" y="4027721"/>
            <a:ext cx="445779" cy="427468"/>
            <a:chOff x="8074325" y="4438852"/>
            <a:chExt cx="720160" cy="690579"/>
          </a:xfrm>
        </p:grpSpPr>
        <p:sp>
          <p:nvSpPr>
            <p:cNvPr id="208" name="Google Shape;1385;p51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1386;p51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1387;p51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1388;p51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1389;p51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1390;p51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1391;p51"/>
          <p:cNvGrpSpPr/>
          <p:nvPr/>
        </p:nvGrpSpPr>
        <p:grpSpPr>
          <a:xfrm>
            <a:off x="8303130" y="4041670"/>
            <a:ext cx="445629" cy="399565"/>
            <a:chOff x="9878975" y="4425243"/>
            <a:chExt cx="719918" cy="645502"/>
          </a:xfrm>
        </p:grpSpPr>
        <p:sp>
          <p:nvSpPr>
            <p:cNvPr id="215" name="Google Shape;1392;p51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1393;p51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1394;p51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1395;p51"/>
          <p:cNvGrpSpPr/>
          <p:nvPr/>
        </p:nvGrpSpPr>
        <p:grpSpPr>
          <a:xfrm>
            <a:off x="8944147" y="4030471"/>
            <a:ext cx="445785" cy="421964"/>
            <a:chOff x="10914544" y="4407150"/>
            <a:chExt cx="720170" cy="681687"/>
          </a:xfrm>
        </p:grpSpPr>
        <p:sp>
          <p:nvSpPr>
            <p:cNvPr id="219" name="Google Shape;1396;p51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1397;p51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1398;p51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1399;p51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1400;p51"/>
          <p:cNvGrpSpPr/>
          <p:nvPr/>
        </p:nvGrpSpPr>
        <p:grpSpPr>
          <a:xfrm>
            <a:off x="7661937" y="4038585"/>
            <a:ext cx="445805" cy="405735"/>
            <a:chOff x="8843122" y="4420259"/>
            <a:chExt cx="720202" cy="655469"/>
          </a:xfrm>
        </p:grpSpPr>
        <p:sp>
          <p:nvSpPr>
            <p:cNvPr id="224" name="Google Shape;1401;p51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1402;p51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1403;p51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1404;p51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1405;p51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1406;p51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1407;p51"/>
          <p:cNvGrpSpPr/>
          <p:nvPr/>
        </p:nvGrpSpPr>
        <p:grpSpPr>
          <a:xfrm>
            <a:off x="4464807" y="3337147"/>
            <a:ext cx="445812" cy="394518"/>
            <a:chOff x="1510757" y="3225422"/>
            <a:chExt cx="720214" cy="637347"/>
          </a:xfrm>
        </p:grpSpPr>
        <p:sp>
          <p:nvSpPr>
            <p:cNvPr id="231" name="Google Shape;1408;p51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1409;p51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1410;p51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1411;p51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1412;p51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1413;p51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1414;p51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1415;p51"/>
          <p:cNvGrpSpPr/>
          <p:nvPr/>
        </p:nvGrpSpPr>
        <p:grpSpPr>
          <a:xfrm>
            <a:off x="5156198" y="3354667"/>
            <a:ext cx="445767" cy="359478"/>
            <a:chOff x="2595501" y="3253725"/>
            <a:chExt cx="720141" cy="580739"/>
          </a:xfrm>
        </p:grpSpPr>
        <p:sp>
          <p:nvSpPr>
            <p:cNvPr id="239" name="Google Shape;1416;p51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1417;p51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1418;p51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1419;p51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1420;p51"/>
          <p:cNvGrpSpPr/>
          <p:nvPr/>
        </p:nvGrpSpPr>
        <p:grpSpPr>
          <a:xfrm>
            <a:off x="6538869" y="3311635"/>
            <a:ext cx="443879" cy="445541"/>
            <a:chOff x="4764809" y="3184208"/>
            <a:chExt cx="717090" cy="719775"/>
          </a:xfrm>
        </p:grpSpPr>
        <p:sp>
          <p:nvSpPr>
            <p:cNvPr id="244" name="Google Shape;1421;p51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1422;p51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1423;p51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1424;p51"/>
          <p:cNvGrpSpPr/>
          <p:nvPr/>
        </p:nvGrpSpPr>
        <p:grpSpPr>
          <a:xfrm>
            <a:off x="5847545" y="3340600"/>
            <a:ext cx="445746" cy="387612"/>
            <a:chOff x="3680173" y="3231000"/>
            <a:chExt cx="720106" cy="626190"/>
          </a:xfrm>
        </p:grpSpPr>
        <p:sp>
          <p:nvSpPr>
            <p:cNvPr id="248" name="Google Shape;1425;p51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1426;p51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1427;p51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1428;p51"/>
          <p:cNvGrpSpPr/>
          <p:nvPr/>
        </p:nvGrpSpPr>
        <p:grpSpPr>
          <a:xfrm>
            <a:off x="7919632" y="3311596"/>
            <a:ext cx="443283" cy="445620"/>
            <a:chOff x="6931035" y="3184144"/>
            <a:chExt cx="716128" cy="719903"/>
          </a:xfrm>
        </p:grpSpPr>
        <p:sp>
          <p:nvSpPr>
            <p:cNvPr id="252" name="Google Shape;1429;p51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1430;p51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1431;p51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1432;p51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1433;p51"/>
          <p:cNvGrpSpPr/>
          <p:nvPr/>
        </p:nvGrpSpPr>
        <p:grpSpPr>
          <a:xfrm>
            <a:off x="7228326" y="3311548"/>
            <a:ext cx="445727" cy="445714"/>
            <a:chOff x="5846429" y="3184067"/>
            <a:chExt cx="720076" cy="720055"/>
          </a:xfrm>
        </p:grpSpPr>
        <p:sp>
          <p:nvSpPr>
            <p:cNvPr id="257" name="Google Shape;1434;p51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1435;p51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1436;p51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1437;p51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1438;p51"/>
          <p:cNvGrpSpPr/>
          <p:nvPr/>
        </p:nvGrpSpPr>
        <p:grpSpPr>
          <a:xfrm>
            <a:off x="3915531" y="3311493"/>
            <a:ext cx="303698" cy="445825"/>
            <a:chOff x="655600" y="3183978"/>
            <a:chExt cx="490627" cy="720234"/>
          </a:xfrm>
        </p:grpSpPr>
        <p:sp>
          <p:nvSpPr>
            <p:cNvPr id="262" name="Google Shape;1439;p51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1440;p51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1441;p51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1442;p51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1443;p51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1444;p51"/>
          <p:cNvGrpSpPr/>
          <p:nvPr/>
        </p:nvGrpSpPr>
        <p:grpSpPr>
          <a:xfrm>
            <a:off x="8608493" y="3311609"/>
            <a:ext cx="189785" cy="445592"/>
            <a:chOff x="8011692" y="3184166"/>
            <a:chExt cx="306600" cy="719859"/>
          </a:xfrm>
        </p:grpSpPr>
        <p:sp>
          <p:nvSpPr>
            <p:cNvPr id="268" name="Google Shape;1445;p51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1446;p51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1447;p51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1448;p51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1449;p51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1450;p51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1451;p51"/>
          <p:cNvGrpSpPr/>
          <p:nvPr/>
        </p:nvGrpSpPr>
        <p:grpSpPr>
          <a:xfrm>
            <a:off x="9043280" y="3311359"/>
            <a:ext cx="246199" cy="445516"/>
            <a:chOff x="4556125" y="630237"/>
            <a:chExt cx="3081338" cy="5568950"/>
          </a:xfrm>
        </p:grpSpPr>
        <p:sp>
          <p:nvSpPr>
            <p:cNvPr id="275" name="Google Shape;1452;p51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1453;p51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1454;p51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1455;p51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1456;p51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1457;p51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1458;p51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1459;p51"/>
          <p:cNvGrpSpPr/>
          <p:nvPr/>
        </p:nvGrpSpPr>
        <p:grpSpPr>
          <a:xfrm>
            <a:off x="3224303" y="3311559"/>
            <a:ext cx="445768" cy="445697"/>
            <a:chOff x="1674084" y="3214987"/>
            <a:chExt cx="720142" cy="720027"/>
          </a:xfrm>
        </p:grpSpPr>
        <p:sp>
          <p:nvSpPr>
            <p:cNvPr id="283" name="Google Shape;1460;p51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1461;p51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1462;p51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1463;p51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1464;p51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1465;p51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1466;p51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1467;p51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1468;p51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1469;p51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1470;p51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1471;p51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1472;p51"/>
          <p:cNvGrpSpPr/>
          <p:nvPr/>
        </p:nvGrpSpPr>
        <p:grpSpPr>
          <a:xfrm>
            <a:off x="2533144" y="3311521"/>
            <a:ext cx="445578" cy="445773"/>
            <a:chOff x="557511" y="3214925"/>
            <a:chExt cx="719836" cy="720150"/>
          </a:xfrm>
        </p:grpSpPr>
        <p:sp>
          <p:nvSpPr>
            <p:cNvPr id="296" name="Google Shape;1473;p51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1474;p51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1475;p51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1476;p51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1477;p51"/>
          <p:cNvGrpSpPr/>
          <p:nvPr/>
        </p:nvGrpSpPr>
        <p:grpSpPr>
          <a:xfrm>
            <a:off x="2477027" y="4747856"/>
            <a:ext cx="445905" cy="400522"/>
            <a:chOff x="1147762" y="1131887"/>
            <a:chExt cx="5137150" cy="4619626"/>
          </a:xfrm>
        </p:grpSpPr>
        <p:sp>
          <p:nvSpPr>
            <p:cNvPr id="301" name="Google Shape;1478;p51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1479;p51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1480;p51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1481;p51"/>
          <p:cNvGrpSpPr/>
          <p:nvPr/>
        </p:nvGrpSpPr>
        <p:grpSpPr>
          <a:xfrm>
            <a:off x="3274356" y="4741510"/>
            <a:ext cx="445901" cy="413282"/>
            <a:chOff x="1570037" y="1341437"/>
            <a:chExt cx="4943475" cy="4576762"/>
          </a:xfrm>
        </p:grpSpPr>
        <p:sp>
          <p:nvSpPr>
            <p:cNvPr id="305" name="Google Shape;1482;p51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1483;p51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1484;p51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1485;p51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1486;p51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1487;p51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1488;p51"/>
          <p:cNvGrpSpPr/>
          <p:nvPr/>
        </p:nvGrpSpPr>
        <p:grpSpPr>
          <a:xfrm>
            <a:off x="5759679" y="4725611"/>
            <a:ext cx="441332" cy="445721"/>
            <a:chOff x="5770007" y="5489899"/>
            <a:chExt cx="712976" cy="720067"/>
          </a:xfrm>
        </p:grpSpPr>
        <p:sp>
          <p:nvSpPr>
            <p:cNvPr id="312" name="Google Shape;1489;p51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1490;p51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1491;p51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1492;p51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1493;p51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1494;p51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1495;p51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1496;p51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1497;p51"/>
          <p:cNvGrpSpPr/>
          <p:nvPr/>
        </p:nvGrpSpPr>
        <p:grpSpPr>
          <a:xfrm>
            <a:off x="6552470" y="4748081"/>
            <a:ext cx="445651" cy="400824"/>
            <a:chOff x="7050768" y="5526199"/>
            <a:chExt cx="719953" cy="647534"/>
          </a:xfrm>
        </p:grpSpPr>
        <p:sp>
          <p:nvSpPr>
            <p:cNvPr id="321" name="Google Shape;1498;p51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1499;p51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1500;p51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1501;p51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1502;p51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1503;p51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1504;p51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1505;p51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1506;p51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1507;p51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1508;p51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1509;p51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1510;p51"/>
          <p:cNvGrpSpPr/>
          <p:nvPr/>
        </p:nvGrpSpPr>
        <p:grpSpPr>
          <a:xfrm>
            <a:off x="8146986" y="4748151"/>
            <a:ext cx="445681" cy="400651"/>
            <a:chOff x="9626723" y="5526313"/>
            <a:chExt cx="720002" cy="647256"/>
          </a:xfrm>
        </p:grpSpPr>
        <p:sp>
          <p:nvSpPr>
            <p:cNvPr id="334" name="Google Shape;1511;p51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1512;p51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1513;p51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1514;p51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1515;p51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1516;p51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1517;p51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1518;p51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1519;p51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1520;p51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1521;p51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1522;p51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1523;p51"/>
          <p:cNvGrpSpPr/>
          <p:nvPr/>
        </p:nvGrpSpPr>
        <p:grpSpPr>
          <a:xfrm>
            <a:off x="8944226" y="4725588"/>
            <a:ext cx="445582" cy="445743"/>
            <a:chOff x="10914672" y="5489861"/>
            <a:chExt cx="719842" cy="720102"/>
          </a:xfrm>
        </p:grpSpPr>
        <p:sp>
          <p:nvSpPr>
            <p:cNvPr id="347" name="Google Shape;1524;p51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1525;p51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1526;p51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1527;p51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1528;p51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1529;p51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1530;p51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1531;p51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1532;p51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1533;p51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1534;p51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1535;p51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1536;p51"/>
          <p:cNvGrpSpPr/>
          <p:nvPr/>
        </p:nvGrpSpPr>
        <p:grpSpPr>
          <a:xfrm>
            <a:off x="7349686" y="4735852"/>
            <a:ext cx="445821" cy="425246"/>
            <a:chOff x="8338678" y="5506443"/>
            <a:chExt cx="720227" cy="686988"/>
          </a:xfrm>
        </p:grpSpPr>
        <p:sp>
          <p:nvSpPr>
            <p:cNvPr id="360" name="Google Shape;1537;p51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1538;p51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1539;p51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1540;p51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1541;p51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1542;p51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1543;p51"/>
          <p:cNvGrpSpPr/>
          <p:nvPr/>
        </p:nvGrpSpPr>
        <p:grpSpPr>
          <a:xfrm>
            <a:off x="4071343" y="4790442"/>
            <a:ext cx="1336824" cy="316035"/>
            <a:chOff x="3042485" y="5594633"/>
            <a:chExt cx="2159652" cy="510557"/>
          </a:xfrm>
        </p:grpSpPr>
        <p:sp>
          <p:nvSpPr>
            <p:cNvPr id="367" name="Google Shape;1544;p51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1545;p51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1546;p51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1547;p51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1548;p51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1549;p51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1550;p51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1551;p51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1552;p51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1553;p51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1554;p51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1555;p51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1556;p51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1557;p51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1558;p51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1559;p51"/>
          <p:cNvGrpSpPr/>
          <p:nvPr/>
        </p:nvGrpSpPr>
        <p:grpSpPr>
          <a:xfrm>
            <a:off x="8183083" y="5432558"/>
            <a:ext cx="373053" cy="445791"/>
            <a:chOff x="8095060" y="5664590"/>
            <a:chExt cx="497404" cy="594389"/>
          </a:xfrm>
        </p:grpSpPr>
        <p:grpSp>
          <p:nvGrpSpPr>
            <p:cNvPr id="383" name="Google Shape;1560;p51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396" name="Google Shape;1561;p51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1562;p51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1563;p51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4" name="Google Shape;1564;p51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393" name="Google Shape;1565;p51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1566;p51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1567;p51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" name="Google Shape;1568;p51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390" name="Google Shape;1569;p51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1570;p51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1571;p51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1572;p51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387" name="Google Shape;1573;p51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1574;p51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1575;p51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1576;p51"/>
          <p:cNvGrpSpPr/>
          <p:nvPr/>
        </p:nvGrpSpPr>
        <p:grpSpPr>
          <a:xfrm>
            <a:off x="4265875" y="5432586"/>
            <a:ext cx="557162" cy="445734"/>
            <a:chOff x="4607809" y="5664627"/>
            <a:chExt cx="742883" cy="594312"/>
          </a:xfrm>
        </p:grpSpPr>
        <p:sp>
          <p:nvSpPr>
            <p:cNvPr id="400" name="Google Shape;1577;p51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1578;p51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1579;p51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1580;p51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1581;p51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1582;p51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1583;p51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1584;p51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1585;p51"/>
          <p:cNvGrpSpPr/>
          <p:nvPr/>
        </p:nvGrpSpPr>
        <p:grpSpPr>
          <a:xfrm>
            <a:off x="5368940" y="5432643"/>
            <a:ext cx="1079865" cy="445620"/>
            <a:chOff x="2571250" y="5664711"/>
            <a:chExt cx="1439820" cy="594160"/>
          </a:xfrm>
        </p:grpSpPr>
        <p:sp>
          <p:nvSpPr>
            <p:cNvPr id="409" name="Google Shape;1586;p51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1587;p51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1588;p51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1589;p51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1590;p51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1591;p51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1592;p51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1593;p51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1594;p51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1595;p51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1596;p51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1597;p51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1598;p51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1599;p51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1600;p51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1601;p51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1602;p51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1603;p51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1604;p51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1605;p51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1606;p51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1607;p51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1608;p51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1609;p51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1610;p51"/>
          <p:cNvGrpSpPr/>
          <p:nvPr/>
        </p:nvGrpSpPr>
        <p:grpSpPr>
          <a:xfrm>
            <a:off x="6994709" y="5432435"/>
            <a:ext cx="642470" cy="446036"/>
            <a:chOff x="6332670" y="5663946"/>
            <a:chExt cx="856627" cy="594715"/>
          </a:xfrm>
        </p:grpSpPr>
        <p:grpSp>
          <p:nvGrpSpPr>
            <p:cNvPr id="434" name="Google Shape;1611;p51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441" name="Google Shape;1612;p5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1613;p5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5" name="Google Shape;1614;p51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439" name="Google Shape;1615;p5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1616;p5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1617;p51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437" name="Google Shape;1618;p5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1619;p5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3" name="Google Shape;1622;p51"/>
          <p:cNvGrpSpPr/>
          <p:nvPr/>
        </p:nvGrpSpPr>
        <p:grpSpPr>
          <a:xfrm>
            <a:off x="3274208" y="5433978"/>
            <a:ext cx="445738" cy="442950"/>
            <a:chOff x="1442627" y="5710929"/>
            <a:chExt cx="594318" cy="590600"/>
          </a:xfrm>
        </p:grpSpPr>
        <p:sp>
          <p:nvSpPr>
            <p:cNvPr id="444" name="Google Shape;1623;p51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1624;p51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1625;p51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1626;p51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33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7175" y="2803142"/>
            <a:ext cx="7546398" cy="909011"/>
          </a:xfrm>
        </p:spPr>
        <p:txBody>
          <a:bodyPr>
            <a:noAutofit/>
          </a:bodyPr>
          <a:lstStyle/>
          <a:p>
            <a:r>
              <a:rPr lang="en-US" sz="6000" smtClean="0"/>
              <a:t>Trân trọng cảm ơn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757633416"/>
      </p:ext>
    </p:extLst>
  </p:cSld>
  <p:clrMapOvr>
    <a:masterClrMapping/>
  </p:clrMapOvr>
</p:sld>
</file>

<file path=ppt/theme/theme1.xml><?xml version="1.0" encoding="utf-8"?>
<a:theme xmlns:a="http://schemas.openxmlformats.org/drawingml/2006/main" name="APAG Layout 1">
  <a:themeElements>
    <a:clrScheme name="APAG-Color1">
      <a:dk1>
        <a:srgbClr val="666666"/>
      </a:dk1>
      <a:lt1>
        <a:srgbClr val="FFFFFF"/>
      </a:lt1>
      <a:dk2>
        <a:srgbClr val="999999"/>
      </a:dk2>
      <a:lt2>
        <a:srgbClr val="E8E9EC"/>
      </a:lt2>
      <a:accent1>
        <a:srgbClr val="2C2B7C"/>
      </a:accent1>
      <a:accent2>
        <a:srgbClr val="565596"/>
      </a:accent2>
      <a:accent3>
        <a:srgbClr val="807FB0"/>
      </a:accent3>
      <a:accent4>
        <a:srgbClr val="ED1C29"/>
      </a:accent4>
      <a:accent5>
        <a:srgbClr val="F04A54"/>
      </a:accent5>
      <a:accent6>
        <a:srgbClr val="FDB913"/>
      </a:accent6>
      <a:hlink>
        <a:srgbClr val="2196F3"/>
      </a:hlink>
      <a:folHlink>
        <a:srgbClr val="00B0F0"/>
      </a:folHlink>
    </a:clrScheme>
    <a:fontScheme name="APAG-Font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PAG Layout 2">
  <a:themeElements>
    <a:clrScheme name="APAG-Color1">
      <a:dk1>
        <a:srgbClr val="666666"/>
      </a:dk1>
      <a:lt1>
        <a:srgbClr val="FFFFFF"/>
      </a:lt1>
      <a:dk2>
        <a:srgbClr val="999999"/>
      </a:dk2>
      <a:lt2>
        <a:srgbClr val="E8E9EC"/>
      </a:lt2>
      <a:accent1>
        <a:srgbClr val="2C2B7C"/>
      </a:accent1>
      <a:accent2>
        <a:srgbClr val="565596"/>
      </a:accent2>
      <a:accent3>
        <a:srgbClr val="807FB0"/>
      </a:accent3>
      <a:accent4>
        <a:srgbClr val="ED1C29"/>
      </a:accent4>
      <a:accent5>
        <a:srgbClr val="F04A54"/>
      </a:accent5>
      <a:accent6>
        <a:srgbClr val="FDB913"/>
      </a:accent6>
      <a:hlink>
        <a:srgbClr val="2196F3"/>
      </a:hlink>
      <a:folHlink>
        <a:srgbClr val="00B0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PAG Layout 3">
  <a:themeElements>
    <a:clrScheme name="APAG-Color1">
      <a:dk1>
        <a:srgbClr val="666666"/>
      </a:dk1>
      <a:lt1>
        <a:srgbClr val="FFFFFF"/>
      </a:lt1>
      <a:dk2>
        <a:srgbClr val="999999"/>
      </a:dk2>
      <a:lt2>
        <a:srgbClr val="E8E9EC"/>
      </a:lt2>
      <a:accent1>
        <a:srgbClr val="2C2B7C"/>
      </a:accent1>
      <a:accent2>
        <a:srgbClr val="565596"/>
      </a:accent2>
      <a:accent3>
        <a:srgbClr val="807FB0"/>
      </a:accent3>
      <a:accent4>
        <a:srgbClr val="ED1C29"/>
      </a:accent4>
      <a:accent5>
        <a:srgbClr val="F04A54"/>
      </a:accent5>
      <a:accent6>
        <a:srgbClr val="FDB913"/>
      </a:accent6>
      <a:hlink>
        <a:srgbClr val="2196F3"/>
      </a:hlink>
      <a:folHlink>
        <a:srgbClr val="00B0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3bc3ae-4b22-48c1-914a-61d120fec8c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C7999DCCDF864FA2B0D4D50613BEBA" ma:contentTypeVersion="10" ma:contentTypeDescription="Create a new document." ma:contentTypeScope="" ma:versionID="5d0744bef08c6059f80f38f2db6f9116">
  <xsd:schema xmlns:xsd="http://www.w3.org/2001/XMLSchema" xmlns:xs="http://www.w3.org/2001/XMLSchema" xmlns:p="http://schemas.microsoft.com/office/2006/metadata/properties" xmlns:ns2="1a3bc3ae-4b22-48c1-914a-61d120fec8c5" targetNamespace="http://schemas.microsoft.com/office/2006/metadata/properties" ma:root="true" ma:fieldsID="50da23f2d79461a6a0447aaa869a8524" ns2:_="">
    <xsd:import namespace="1a3bc3ae-4b22-48c1-914a-61d120fec8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bc3ae-4b22-48c1-914a-61d120fec8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87df018-c944-40a9-b909-11b5188b35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D17F2C-1E45-47B1-8D26-898E798FC9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5B1F93-0C2A-431E-B9A1-3F4C0E610F64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1a3bc3ae-4b22-48c1-914a-61d120fec8c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B91D90-EF09-45D7-B815-2DD7CB9F63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bc3ae-4b22-48c1-914a-61d120fec8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11124</TotalTime>
  <Words>666</Words>
  <Application>Microsoft Office PowerPoint</Application>
  <PresentationFormat>Widescreen</PresentationFormat>
  <Paragraphs>117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Karla</vt:lpstr>
      <vt:lpstr>Montserrat</vt:lpstr>
      <vt:lpstr>APAG Layout 1</vt:lpstr>
      <vt:lpstr>APAG Layout 2</vt:lpstr>
      <vt:lpstr>APAG Layout 3</vt:lpstr>
      <vt:lpstr>SỬ DỤNG MẪU TRÌNH BÀY SLIDE POWER POINT</vt:lpstr>
      <vt:lpstr>NỘI DUNG</vt:lpstr>
      <vt:lpstr>Hướng dẫn chung</vt:lpstr>
      <vt:lpstr>Thông tin về mẫu slide</vt:lpstr>
      <vt:lpstr>Bảng màu chuẩn</vt:lpstr>
      <vt:lpstr>Các “Layout” (Bố cục)</vt:lpstr>
      <vt:lpstr>Hình ảnh thường dùng</vt:lpstr>
      <vt:lpstr>Logo APAG</vt:lpstr>
      <vt:lpstr>Logo APAG theo Phân hiệu tại T.P Hồ Chí Minh</vt:lpstr>
      <vt:lpstr>Logo APAG theo Phân hiệu tại TP. Đà Nẵng</vt:lpstr>
      <vt:lpstr>Logo APAG theo Phân hiệu tại tỉnh Đắk Lắk</vt:lpstr>
      <vt:lpstr>Các biểu tượng</vt:lpstr>
      <vt:lpstr>Các biểu tượng</vt:lpstr>
      <vt:lpstr>Một số mẫu nội dung</vt:lpstr>
      <vt:lpstr>Thay đổi ảnh slide tiêu đề</vt:lpstr>
      <vt:lpstr>Một tiêu đề khác</vt:lpstr>
      <vt:lpstr>Sử dụng bảng biểu</vt:lpstr>
      <vt:lpstr>Nội dung</vt:lpstr>
      <vt:lpstr>Slide sử dụng sơ đồ</vt:lpstr>
      <vt:lpstr>Kế hoạch</vt:lpstr>
      <vt:lpstr>Phân tích SWOT</vt:lpstr>
      <vt:lpstr>ĐÂY LÀ SLIDE VỚI MÀU KHÁC</vt:lpstr>
      <vt:lpstr>Tiêu đề slide</vt:lpstr>
      <vt:lpstr>Lại một định dạng khác</vt:lpstr>
      <vt:lpstr>Tiêu đề slide</vt:lpstr>
      <vt:lpstr>Một số hình minh họa</vt:lpstr>
      <vt:lpstr>Trân trọng 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CuongDV</dc:creator>
  <cp:lastModifiedBy>CuongDV</cp:lastModifiedBy>
  <cp:revision>122</cp:revision>
  <dcterms:created xsi:type="dcterms:W3CDTF">2026-02-21T16:15:43Z</dcterms:created>
  <dcterms:modified xsi:type="dcterms:W3CDTF">2026-03-02T02:00:19Z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0x010100D0C7999DCCDF864FA2B0D4D50613BEBA</vt:lpwstr>
  </property>
  <property fmtid="{D5CDD505-2E9C-101B-9397-08002B2CF9AE}" pid="3" name="MediaServiceImageTags">
    <vt:lpwstr/>
  </property>
</Properties>
</file>
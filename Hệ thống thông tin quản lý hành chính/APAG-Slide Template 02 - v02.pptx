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5" r:id="rId5"/>
    <p:sldMasterId id="2147483679" r:id="rId6"/>
  </p:sldMasterIdLst>
  <p:sldIdLst>
    <p:sldId id="283" r:id="rId7"/>
    <p:sldId id="284" r:id="rId8"/>
    <p:sldId id="285" r:id="rId9"/>
    <p:sldId id="286" r:id="rId10"/>
    <p:sldId id="287" r:id="rId11"/>
    <p:sldId id="288" r:id="rId12"/>
    <p:sldId id="289" r:id="rId13"/>
    <p:sldId id="290" r:id="rId14"/>
    <p:sldId id="291" r:id="rId15"/>
    <p:sldId id="292" r:id="rId16"/>
    <p:sldId id="293" r:id="rId17"/>
    <p:sldId id="294" r:id="rId18"/>
    <p:sldId id="295" r:id="rId19"/>
    <p:sldId id="296" r:id="rId20"/>
    <p:sldId id="297" r:id="rId21"/>
    <p:sldId id="298" r:id="rId22"/>
    <p:sldId id="299" r:id="rId23"/>
    <p:sldId id="300" r:id="rId24"/>
    <p:sldId id="301"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574" autoAdjust="0"/>
    <p:restoredTop sz="94660"/>
  </p:normalViewPr>
  <p:slideViewPr>
    <p:cSldViewPr snapToGrid="0">
      <p:cViewPr varScale="1">
        <p:scale>
          <a:sx n="125" d="100"/>
          <a:sy n="125" d="100"/>
        </p:scale>
        <p:origin x="114"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Rectangle 8"/>
          <p:cNvSpPr/>
          <p:nvPr userDrawn="1"/>
        </p:nvSpPr>
        <p:spPr>
          <a:xfrm>
            <a:off x="0" y="41273"/>
            <a:ext cx="12192000" cy="9144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0" y="0"/>
            <a:ext cx="121920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0" y="1376363"/>
            <a:ext cx="12192000" cy="2387600"/>
          </a:xfrm>
        </p:spPr>
        <p:txBody>
          <a:bodyPr anchor="b"/>
          <a:lstStyle>
            <a:lvl1pPr algn="ctr">
              <a:defRPr sz="6000" b="1">
                <a:solidFill>
                  <a:schemeClr val="bg1"/>
                </a:solidFill>
              </a:defRPr>
            </a:lvl1pPr>
          </a:lstStyle>
          <a:p>
            <a:r>
              <a:rPr lang="en-US"/>
              <a:t>Click to edit Master title style</a:t>
            </a:r>
          </a:p>
        </p:txBody>
      </p:sp>
      <p:sp>
        <p:nvSpPr>
          <p:cNvPr id="3" name="Subtitle 2"/>
          <p:cNvSpPr>
            <a:spLocks noGrp="1"/>
          </p:cNvSpPr>
          <p:nvPr>
            <p:ph type="subTitle" idx="1"/>
          </p:nvPr>
        </p:nvSpPr>
        <p:spPr>
          <a:xfrm>
            <a:off x="0" y="3856038"/>
            <a:ext cx="12192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7" name="Picture 6"/>
          <p:cNvPicPr>
            <a:picLocks noChangeAspect="1"/>
          </p:cNvPicPr>
          <p:nvPr userDrawn="1"/>
        </p:nvPicPr>
        <p:blipFill>
          <a:blip r:embed="rId2"/>
          <a:stretch>
            <a:fillRect/>
          </a:stretch>
        </p:blipFill>
        <p:spPr>
          <a:xfrm>
            <a:off x="376872" y="159961"/>
            <a:ext cx="1834703" cy="667165"/>
          </a:xfrm>
          <a:prstGeom prst="rect">
            <a:avLst/>
          </a:prstGeom>
        </p:spPr>
      </p:pic>
      <p:pic>
        <p:nvPicPr>
          <p:cNvPr id="12" name="Picture 11"/>
          <p:cNvPicPr>
            <a:picLocks noChangeAspect="1"/>
          </p:cNvPicPr>
          <p:nvPr userDrawn="1"/>
        </p:nvPicPr>
        <p:blipFill>
          <a:blip r:embed="rId3"/>
          <a:stretch>
            <a:fillRect/>
          </a:stretch>
        </p:blipFill>
        <p:spPr>
          <a:xfrm>
            <a:off x="2209799" y="99815"/>
            <a:ext cx="5857875" cy="874310"/>
          </a:xfrm>
          <a:prstGeom prst="rect">
            <a:avLst/>
          </a:prstGeom>
        </p:spPr>
      </p:pic>
    </p:spTree>
    <p:extLst>
      <p:ext uri="{BB962C8B-B14F-4D97-AF65-F5344CB8AC3E}">
        <p14:creationId xmlns:p14="http://schemas.microsoft.com/office/powerpoint/2010/main" val="31511424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376363"/>
            <a:ext cx="12192000" cy="2387600"/>
          </a:xfrm>
        </p:spPr>
        <p:txBody>
          <a:bodyPr anchor="b"/>
          <a:lstStyle>
            <a:lvl1pPr algn="ctr">
              <a:defRPr sz="6000" b="1">
                <a:solidFill>
                  <a:schemeClr val="bg1"/>
                </a:solidFill>
              </a:defRPr>
            </a:lvl1pPr>
          </a:lstStyle>
          <a:p>
            <a:r>
              <a:rPr lang="en-US"/>
              <a:t>Click to edit Master title style</a:t>
            </a:r>
          </a:p>
        </p:txBody>
      </p:sp>
      <p:sp>
        <p:nvSpPr>
          <p:cNvPr id="3" name="Subtitle 2"/>
          <p:cNvSpPr>
            <a:spLocks noGrp="1"/>
          </p:cNvSpPr>
          <p:nvPr>
            <p:ph type="subTitle" idx="1"/>
          </p:nvPr>
        </p:nvSpPr>
        <p:spPr>
          <a:xfrm>
            <a:off x="0" y="3856038"/>
            <a:ext cx="12192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grpSp>
        <p:nvGrpSpPr>
          <p:cNvPr id="5" name="Group 4"/>
          <p:cNvGrpSpPr/>
          <p:nvPr userDrawn="1"/>
        </p:nvGrpSpPr>
        <p:grpSpPr>
          <a:xfrm>
            <a:off x="257175" y="180975"/>
            <a:ext cx="2009775" cy="855286"/>
            <a:chOff x="2752725" y="180975"/>
            <a:chExt cx="2009775" cy="855286"/>
          </a:xfrm>
        </p:grpSpPr>
        <p:sp>
          <p:nvSpPr>
            <p:cNvPr id="4" name="Rounded Rectangle 3"/>
            <p:cNvSpPr/>
            <p:nvPr userDrawn="1"/>
          </p:nvSpPr>
          <p:spPr>
            <a:xfrm>
              <a:off x="2752725" y="180975"/>
              <a:ext cx="2009775" cy="85528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userDrawn="1"/>
          </p:nvPicPr>
          <p:blipFill>
            <a:blip r:embed="rId2"/>
            <a:stretch>
              <a:fillRect/>
            </a:stretch>
          </p:blipFill>
          <p:spPr>
            <a:xfrm>
              <a:off x="2840260" y="264528"/>
              <a:ext cx="1834703" cy="667165"/>
            </a:xfrm>
            <a:prstGeom prst="rect">
              <a:avLst/>
            </a:prstGeom>
          </p:spPr>
        </p:pic>
      </p:grpSp>
    </p:spTree>
    <p:extLst>
      <p:ext uri="{BB962C8B-B14F-4D97-AF65-F5344CB8AC3E}">
        <p14:creationId xmlns:p14="http://schemas.microsoft.com/office/powerpoint/2010/main" val="1895929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7" name="Google Shape;11;p2"/>
          <p:cNvSpPr/>
          <p:nvPr userDrawn="1"/>
        </p:nvSpPr>
        <p:spPr>
          <a:xfrm flipH="1" flipV="1">
            <a:off x="5892800" y="-1"/>
            <a:ext cx="6299200" cy="6858000"/>
          </a:xfrm>
          <a:custGeom>
            <a:avLst/>
            <a:gdLst>
              <a:gd name="connsiteX0" fmla="*/ 387 w 211075"/>
              <a:gd name="connsiteY0" fmla="*/ 0 h 206683"/>
              <a:gd name="connsiteX1" fmla="*/ 0 w 211075"/>
              <a:gd name="connsiteY1" fmla="*/ 206683 h 206683"/>
              <a:gd name="connsiteX2" fmla="*/ 211075 w 211075"/>
              <a:gd name="connsiteY2" fmla="*/ 206545 h 206683"/>
              <a:gd name="connsiteX3" fmla="*/ 210070 w 211075"/>
              <a:gd name="connsiteY3" fmla="*/ 14 h 206683"/>
              <a:gd name="connsiteX4" fmla="*/ 387 w 211075"/>
              <a:gd name="connsiteY4" fmla="*/ 0 h 2066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075" h="206683" extrusionOk="0">
                <a:moveTo>
                  <a:pt x="387" y="0"/>
                </a:moveTo>
                <a:lnTo>
                  <a:pt x="0" y="206683"/>
                </a:lnTo>
                <a:lnTo>
                  <a:pt x="211075" y="206545"/>
                </a:lnTo>
                <a:lnTo>
                  <a:pt x="210070" y="14"/>
                </a:lnTo>
                <a:lnTo>
                  <a:pt x="387" y="0"/>
                </a:lnTo>
                <a:close/>
              </a:path>
            </a:pathLst>
          </a:custGeom>
          <a:blipFill dpi="0" rotWithShape="0">
            <a:blip r:embed="rId2"/>
            <a:srcRect/>
            <a:tile tx="-635000" ty="0" sx="80000" sy="80000" flip="none" algn="tl"/>
          </a:blipFill>
          <a:ln>
            <a:noFill/>
          </a:ln>
        </p:spPr>
      </p:sp>
      <p:grpSp>
        <p:nvGrpSpPr>
          <p:cNvPr id="5" name="Group 4"/>
          <p:cNvGrpSpPr/>
          <p:nvPr userDrawn="1"/>
        </p:nvGrpSpPr>
        <p:grpSpPr>
          <a:xfrm>
            <a:off x="0" y="-1"/>
            <a:ext cx="9205870" cy="6858000"/>
            <a:chOff x="0" y="-1"/>
            <a:chExt cx="9205870" cy="6858000"/>
          </a:xfrm>
        </p:grpSpPr>
        <p:sp>
          <p:nvSpPr>
            <p:cNvPr id="3" name="Rectangle 2"/>
            <p:cNvSpPr/>
            <p:nvPr userDrawn="1"/>
          </p:nvSpPr>
          <p:spPr>
            <a:xfrm>
              <a:off x="618742" y="-1"/>
              <a:ext cx="8587128" cy="6858000"/>
            </a:xfrm>
            <a:custGeom>
              <a:avLst/>
              <a:gdLst>
                <a:gd name="connsiteX0" fmla="*/ 0 w 6334125"/>
                <a:gd name="connsiteY0" fmla="*/ 0 h 6858000"/>
                <a:gd name="connsiteX1" fmla="*/ 6334125 w 6334125"/>
                <a:gd name="connsiteY1" fmla="*/ 0 h 6858000"/>
                <a:gd name="connsiteX2" fmla="*/ 6334125 w 6334125"/>
                <a:gd name="connsiteY2" fmla="*/ 6858000 h 6858000"/>
                <a:gd name="connsiteX3" fmla="*/ 0 w 6334125"/>
                <a:gd name="connsiteY3" fmla="*/ 6858000 h 6858000"/>
                <a:gd name="connsiteX4" fmla="*/ 0 w 6334125"/>
                <a:gd name="connsiteY4" fmla="*/ 0 h 6858000"/>
                <a:gd name="connsiteX0" fmla="*/ 0 w 7915275"/>
                <a:gd name="connsiteY0" fmla="*/ 19050 h 6877050"/>
                <a:gd name="connsiteX1" fmla="*/ 7915275 w 7915275"/>
                <a:gd name="connsiteY1" fmla="*/ 0 h 6877050"/>
                <a:gd name="connsiteX2" fmla="*/ 6334125 w 7915275"/>
                <a:gd name="connsiteY2" fmla="*/ 6877050 h 6877050"/>
                <a:gd name="connsiteX3" fmla="*/ 0 w 7915275"/>
                <a:gd name="connsiteY3" fmla="*/ 6877050 h 6877050"/>
                <a:gd name="connsiteX4" fmla="*/ 0 w 7915275"/>
                <a:gd name="connsiteY4" fmla="*/ 19050 h 6877050"/>
                <a:gd name="connsiteX0" fmla="*/ 0 w 8299228"/>
                <a:gd name="connsiteY0" fmla="*/ 19050 h 6877050"/>
                <a:gd name="connsiteX1" fmla="*/ 7915275 w 8299228"/>
                <a:gd name="connsiteY1" fmla="*/ 0 h 6877050"/>
                <a:gd name="connsiteX2" fmla="*/ 6334125 w 8299228"/>
                <a:gd name="connsiteY2" fmla="*/ 6877050 h 6877050"/>
                <a:gd name="connsiteX3" fmla="*/ 0 w 8299228"/>
                <a:gd name="connsiteY3" fmla="*/ 6877050 h 6877050"/>
                <a:gd name="connsiteX4" fmla="*/ 0 w 8299228"/>
                <a:gd name="connsiteY4" fmla="*/ 19050 h 6877050"/>
                <a:gd name="connsiteX0" fmla="*/ 0 w 8151610"/>
                <a:gd name="connsiteY0" fmla="*/ 19050 h 6877050"/>
                <a:gd name="connsiteX1" fmla="*/ 7915275 w 8151610"/>
                <a:gd name="connsiteY1" fmla="*/ 0 h 6877050"/>
                <a:gd name="connsiteX2" fmla="*/ 4905375 w 8151610"/>
                <a:gd name="connsiteY2" fmla="*/ 6877050 h 6877050"/>
                <a:gd name="connsiteX3" fmla="*/ 0 w 8151610"/>
                <a:gd name="connsiteY3" fmla="*/ 6877050 h 6877050"/>
                <a:gd name="connsiteX4" fmla="*/ 0 w 8151610"/>
                <a:gd name="connsiteY4" fmla="*/ 19050 h 6877050"/>
                <a:gd name="connsiteX0" fmla="*/ 0 w 7926129"/>
                <a:gd name="connsiteY0" fmla="*/ 19050 h 6877050"/>
                <a:gd name="connsiteX1" fmla="*/ 7915275 w 7926129"/>
                <a:gd name="connsiteY1" fmla="*/ 0 h 6877050"/>
                <a:gd name="connsiteX2" fmla="*/ 4905375 w 7926129"/>
                <a:gd name="connsiteY2" fmla="*/ 6877050 h 6877050"/>
                <a:gd name="connsiteX3" fmla="*/ 0 w 7926129"/>
                <a:gd name="connsiteY3" fmla="*/ 6877050 h 6877050"/>
                <a:gd name="connsiteX4" fmla="*/ 0 w 7926129"/>
                <a:gd name="connsiteY4" fmla="*/ 19050 h 6877050"/>
                <a:gd name="connsiteX0" fmla="*/ 0 w 8292839"/>
                <a:gd name="connsiteY0" fmla="*/ 19050 h 6877050"/>
                <a:gd name="connsiteX1" fmla="*/ 7915275 w 8292839"/>
                <a:gd name="connsiteY1" fmla="*/ 0 h 6877050"/>
                <a:gd name="connsiteX2" fmla="*/ 6810375 w 8292839"/>
                <a:gd name="connsiteY2" fmla="*/ 3800475 h 6877050"/>
                <a:gd name="connsiteX3" fmla="*/ 4905375 w 8292839"/>
                <a:gd name="connsiteY3" fmla="*/ 6877050 h 6877050"/>
                <a:gd name="connsiteX4" fmla="*/ 0 w 8292839"/>
                <a:gd name="connsiteY4" fmla="*/ 6877050 h 6877050"/>
                <a:gd name="connsiteX5" fmla="*/ 0 w 8292839"/>
                <a:gd name="connsiteY5" fmla="*/ 19050 h 6877050"/>
                <a:gd name="connsiteX0" fmla="*/ 0 w 7922805"/>
                <a:gd name="connsiteY0" fmla="*/ 19050 h 6877050"/>
                <a:gd name="connsiteX1" fmla="*/ 7915275 w 7922805"/>
                <a:gd name="connsiteY1" fmla="*/ 0 h 6877050"/>
                <a:gd name="connsiteX2" fmla="*/ 6810375 w 7922805"/>
                <a:gd name="connsiteY2" fmla="*/ 3800475 h 6877050"/>
                <a:gd name="connsiteX3" fmla="*/ 4905375 w 7922805"/>
                <a:gd name="connsiteY3" fmla="*/ 6877050 h 6877050"/>
                <a:gd name="connsiteX4" fmla="*/ 0 w 7922805"/>
                <a:gd name="connsiteY4" fmla="*/ 6877050 h 6877050"/>
                <a:gd name="connsiteX5" fmla="*/ 0 w 7922805"/>
                <a:gd name="connsiteY5" fmla="*/ 19050 h 6877050"/>
                <a:gd name="connsiteX0" fmla="*/ 0 w 7930675"/>
                <a:gd name="connsiteY0" fmla="*/ 19050 h 6877050"/>
                <a:gd name="connsiteX1" fmla="*/ 7915275 w 7930675"/>
                <a:gd name="connsiteY1" fmla="*/ 0 h 6877050"/>
                <a:gd name="connsiteX2" fmla="*/ 7210425 w 7930675"/>
                <a:gd name="connsiteY2" fmla="*/ 3771900 h 6877050"/>
                <a:gd name="connsiteX3" fmla="*/ 4905375 w 7930675"/>
                <a:gd name="connsiteY3" fmla="*/ 6877050 h 6877050"/>
                <a:gd name="connsiteX4" fmla="*/ 0 w 7930675"/>
                <a:gd name="connsiteY4" fmla="*/ 6877050 h 6877050"/>
                <a:gd name="connsiteX5" fmla="*/ 0 w 7930675"/>
                <a:gd name="connsiteY5" fmla="*/ 19050 h 6877050"/>
                <a:gd name="connsiteX0" fmla="*/ 0 w 7936697"/>
                <a:gd name="connsiteY0" fmla="*/ 19050 h 6877050"/>
                <a:gd name="connsiteX1" fmla="*/ 7915275 w 7936697"/>
                <a:gd name="connsiteY1" fmla="*/ 0 h 6877050"/>
                <a:gd name="connsiteX2" fmla="*/ 7324725 w 7936697"/>
                <a:gd name="connsiteY2" fmla="*/ 3810000 h 6877050"/>
                <a:gd name="connsiteX3" fmla="*/ 4905375 w 7936697"/>
                <a:gd name="connsiteY3" fmla="*/ 6877050 h 6877050"/>
                <a:gd name="connsiteX4" fmla="*/ 0 w 7936697"/>
                <a:gd name="connsiteY4" fmla="*/ 6877050 h 6877050"/>
                <a:gd name="connsiteX5" fmla="*/ 0 w 7936697"/>
                <a:gd name="connsiteY5" fmla="*/ 19050 h 6877050"/>
                <a:gd name="connsiteX0" fmla="*/ 0 w 7949740"/>
                <a:gd name="connsiteY0" fmla="*/ 19050 h 6877050"/>
                <a:gd name="connsiteX1" fmla="*/ 7915275 w 7949740"/>
                <a:gd name="connsiteY1" fmla="*/ 0 h 6877050"/>
                <a:gd name="connsiteX2" fmla="*/ 7448550 w 7949740"/>
                <a:gd name="connsiteY2" fmla="*/ 3790950 h 6877050"/>
                <a:gd name="connsiteX3" fmla="*/ 4905375 w 7949740"/>
                <a:gd name="connsiteY3" fmla="*/ 6877050 h 6877050"/>
                <a:gd name="connsiteX4" fmla="*/ 0 w 7949740"/>
                <a:gd name="connsiteY4" fmla="*/ 6877050 h 6877050"/>
                <a:gd name="connsiteX5" fmla="*/ 0 w 7949740"/>
                <a:gd name="connsiteY5" fmla="*/ 19050 h 6877050"/>
                <a:gd name="connsiteX0" fmla="*/ 0 w 7936042"/>
                <a:gd name="connsiteY0" fmla="*/ 19050 h 6877050"/>
                <a:gd name="connsiteX1" fmla="*/ 7915275 w 7936042"/>
                <a:gd name="connsiteY1" fmla="*/ 0 h 6877050"/>
                <a:gd name="connsiteX2" fmla="*/ 7315200 w 7936042"/>
                <a:gd name="connsiteY2" fmla="*/ 3819525 h 6877050"/>
                <a:gd name="connsiteX3" fmla="*/ 4905375 w 7936042"/>
                <a:gd name="connsiteY3" fmla="*/ 6877050 h 6877050"/>
                <a:gd name="connsiteX4" fmla="*/ 0 w 7936042"/>
                <a:gd name="connsiteY4" fmla="*/ 6877050 h 6877050"/>
                <a:gd name="connsiteX5" fmla="*/ 0 w 7936042"/>
                <a:gd name="connsiteY5" fmla="*/ 19050 h 6877050"/>
                <a:gd name="connsiteX0" fmla="*/ 0 w 7936042"/>
                <a:gd name="connsiteY0" fmla="*/ 19050 h 6877050"/>
                <a:gd name="connsiteX1" fmla="*/ 7915275 w 7936042"/>
                <a:gd name="connsiteY1" fmla="*/ 0 h 6877050"/>
                <a:gd name="connsiteX2" fmla="*/ 7315200 w 7936042"/>
                <a:gd name="connsiteY2" fmla="*/ 3819525 h 6877050"/>
                <a:gd name="connsiteX3" fmla="*/ 4695825 w 7936042"/>
                <a:gd name="connsiteY3" fmla="*/ 6877050 h 6877050"/>
                <a:gd name="connsiteX4" fmla="*/ 0 w 7936042"/>
                <a:gd name="connsiteY4" fmla="*/ 6877050 h 6877050"/>
                <a:gd name="connsiteX5" fmla="*/ 0 w 7936042"/>
                <a:gd name="connsiteY5" fmla="*/ 19050 h 6877050"/>
                <a:gd name="connsiteX0" fmla="*/ 0 w 8053791"/>
                <a:gd name="connsiteY0" fmla="*/ 38100 h 6896100"/>
                <a:gd name="connsiteX1" fmla="*/ 8039100 w 8053791"/>
                <a:gd name="connsiteY1" fmla="*/ 0 h 6896100"/>
                <a:gd name="connsiteX2" fmla="*/ 7315200 w 8053791"/>
                <a:gd name="connsiteY2" fmla="*/ 3838575 h 6896100"/>
                <a:gd name="connsiteX3" fmla="*/ 4695825 w 8053791"/>
                <a:gd name="connsiteY3" fmla="*/ 6896100 h 6896100"/>
                <a:gd name="connsiteX4" fmla="*/ 0 w 8053791"/>
                <a:gd name="connsiteY4" fmla="*/ 6896100 h 6896100"/>
                <a:gd name="connsiteX5" fmla="*/ 0 w 8053791"/>
                <a:gd name="connsiteY5" fmla="*/ 38100 h 6896100"/>
                <a:gd name="connsiteX0" fmla="*/ 0 w 8053791"/>
                <a:gd name="connsiteY0" fmla="*/ 38100 h 6896100"/>
                <a:gd name="connsiteX1" fmla="*/ 8039100 w 8053791"/>
                <a:gd name="connsiteY1" fmla="*/ 0 h 6896100"/>
                <a:gd name="connsiteX2" fmla="*/ 7315200 w 8053791"/>
                <a:gd name="connsiteY2" fmla="*/ 3838575 h 6896100"/>
                <a:gd name="connsiteX3" fmla="*/ 4695825 w 8053791"/>
                <a:gd name="connsiteY3" fmla="*/ 6896100 h 6896100"/>
                <a:gd name="connsiteX4" fmla="*/ 0 w 8053791"/>
                <a:gd name="connsiteY4" fmla="*/ 6896100 h 6896100"/>
                <a:gd name="connsiteX5" fmla="*/ 0 w 8053791"/>
                <a:gd name="connsiteY5" fmla="*/ 38100 h 6896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53791" h="6896100">
                  <a:moveTo>
                    <a:pt x="0" y="38100"/>
                  </a:moveTo>
                  <a:lnTo>
                    <a:pt x="8039100" y="0"/>
                  </a:lnTo>
                  <a:cubicBezTo>
                    <a:pt x="8126412" y="963612"/>
                    <a:pt x="7816850" y="2692400"/>
                    <a:pt x="7315200" y="3838575"/>
                  </a:cubicBezTo>
                  <a:cubicBezTo>
                    <a:pt x="6813550" y="4984750"/>
                    <a:pt x="5764213" y="6259512"/>
                    <a:pt x="4695825" y="6896100"/>
                  </a:cubicBezTo>
                  <a:lnTo>
                    <a:pt x="0" y="6896100"/>
                  </a:lnTo>
                  <a:lnTo>
                    <a:pt x="0" y="3810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2"/>
            <p:cNvSpPr/>
            <p:nvPr userDrawn="1"/>
          </p:nvSpPr>
          <p:spPr>
            <a:xfrm>
              <a:off x="0" y="-1"/>
              <a:ext cx="8894854" cy="6858000"/>
            </a:xfrm>
            <a:custGeom>
              <a:avLst/>
              <a:gdLst>
                <a:gd name="connsiteX0" fmla="*/ 0 w 6334125"/>
                <a:gd name="connsiteY0" fmla="*/ 0 h 6858000"/>
                <a:gd name="connsiteX1" fmla="*/ 6334125 w 6334125"/>
                <a:gd name="connsiteY1" fmla="*/ 0 h 6858000"/>
                <a:gd name="connsiteX2" fmla="*/ 6334125 w 6334125"/>
                <a:gd name="connsiteY2" fmla="*/ 6858000 h 6858000"/>
                <a:gd name="connsiteX3" fmla="*/ 0 w 6334125"/>
                <a:gd name="connsiteY3" fmla="*/ 6858000 h 6858000"/>
                <a:gd name="connsiteX4" fmla="*/ 0 w 6334125"/>
                <a:gd name="connsiteY4" fmla="*/ 0 h 6858000"/>
                <a:gd name="connsiteX0" fmla="*/ 0 w 7915275"/>
                <a:gd name="connsiteY0" fmla="*/ 19050 h 6877050"/>
                <a:gd name="connsiteX1" fmla="*/ 7915275 w 7915275"/>
                <a:gd name="connsiteY1" fmla="*/ 0 h 6877050"/>
                <a:gd name="connsiteX2" fmla="*/ 6334125 w 7915275"/>
                <a:gd name="connsiteY2" fmla="*/ 6877050 h 6877050"/>
                <a:gd name="connsiteX3" fmla="*/ 0 w 7915275"/>
                <a:gd name="connsiteY3" fmla="*/ 6877050 h 6877050"/>
                <a:gd name="connsiteX4" fmla="*/ 0 w 7915275"/>
                <a:gd name="connsiteY4" fmla="*/ 19050 h 6877050"/>
                <a:gd name="connsiteX0" fmla="*/ 0 w 8299228"/>
                <a:gd name="connsiteY0" fmla="*/ 19050 h 6877050"/>
                <a:gd name="connsiteX1" fmla="*/ 7915275 w 8299228"/>
                <a:gd name="connsiteY1" fmla="*/ 0 h 6877050"/>
                <a:gd name="connsiteX2" fmla="*/ 6334125 w 8299228"/>
                <a:gd name="connsiteY2" fmla="*/ 6877050 h 6877050"/>
                <a:gd name="connsiteX3" fmla="*/ 0 w 8299228"/>
                <a:gd name="connsiteY3" fmla="*/ 6877050 h 6877050"/>
                <a:gd name="connsiteX4" fmla="*/ 0 w 8299228"/>
                <a:gd name="connsiteY4" fmla="*/ 19050 h 6877050"/>
                <a:gd name="connsiteX0" fmla="*/ 0 w 8151610"/>
                <a:gd name="connsiteY0" fmla="*/ 19050 h 6877050"/>
                <a:gd name="connsiteX1" fmla="*/ 7915275 w 8151610"/>
                <a:gd name="connsiteY1" fmla="*/ 0 h 6877050"/>
                <a:gd name="connsiteX2" fmla="*/ 4905375 w 8151610"/>
                <a:gd name="connsiteY2" fmla="*/ 6877050 h 6877050"/>
                <a:gd name="connsiteX3" fmla="*/ 0 w 8151610"/>
                <a:gd name="connsiteY3" fmla="*/ 6877050 h 6877050"/>
                <a:gd name="connsiteX4" fmla="*/ 0 w 8151610"/>
                <a:gd name="connsiteY4" fmla="*/ 19050 h 6877050"/>
                <a:gd name="connsiteX0" fmla="*/ 0 w 7926129"/>
                <a:gd name="connsiteY0" fmla="*/ 19050 h 6877050"/>
                <a:gd name="connsiteX1" fmla="*/ 7915275 w 7926129"/>
                <a:gd name="connsiteY1" fmla="*/ 0 h 6877050"/>
                <a:gd name="connsiteX2" fmla="*/ 4905375 w 7926129"/>
                <a:gd name="connsiteY2" fmla="*/ 6877050 h 6877050"/>
                <a:gd name="connsiteX3" fmla="*/ 0 w 7926129"/>
                <a:gd name="connsiteY3" fmla="*/ 6877050 h 6877050"/>
                <a:gd name="connsiteX4" fmla="*/ 0 w 7926129"/>
                <a:gd name="connsiteY4" fmla="*/ 19050 h 6877050"/>
                <a:gd name="connsiteX0" fmla="*/ 0 w 8292839"/>
                <a:gd name="connsiteY0" fmla="*/ 19050 h 6877050"/>
                <a:gd name="connsiteX1" fmla="*/ 7915275 w 8292839"/>
                <a:gd name="connsiteY1" fmla="*/ 0 h 6877050"/>
                <a:gd name="connsiteX2" fmla="*/ 6810375 w 8292839"/>
                <a:gd name="connsiteY2" fmla="*/ 3800475 h 6877050"/>
                <a:gd name="connsiteX3" fmla="*/ 4905375 w 8292839"/>
                <a:gd name="connsiteY3" fmla="*/ 6877050 h 6877050"/>
                <a:gd name="connsiteX4" fmla="*/ 0 w 8292839"/>
                <a:gd name="connsiteY4" fmla="*/ 6877050 h 6877050"/>
                <a:gd name="connsiteX5" fmla="*/ 0 w 8292839"/>
                <a:gd name="connsiteY5" fmla="*/ 19050 h 6877050"/>
                <a:gd name="connsiteX0" fmla="*/ 0 w 7922805"/>
                <a:gd name="connsiteY0" fmla="*/ 19050 h 6877050"/>
                <a:gd name="connsiteX1" fmla="*/ 7915275 w 7922805"/>
                <a:gd name="connsiteY1" fmla="*/ 0 h 6877050"/>
                <a:gd name="connsiteX2" fmla="*/ 6810375 w 7922805"/>
                <a:gd name="connsiteY2" fmla="*/ 3800475 h 6877050"/>
                <a:gd name="connsiteX3" fmla="*/ 4905375 w 7922805"/>
                <a:gd name="connsiteY3" fmla="*/ 6877050 h 6877050"/>
                <a:gd name="connsiteX4" fmla="*/ 0 w 7922805"/>
                <a:gd name="connsiteY4" fmla="*/ 6877050 h 6877050"/>
                <a:gd name="connsiteX5" fmla="*/ 0 w 7922805"/>
                <a:gd name="connsiteY5" fmla="*/ 19050 h 6877050"/>
                <a:gd name="connsiteX0" fmla="*/ 0 w 7930675"/>
                <a:gd name="connsiteY0" fmla="*/ 19050 h 6877050"/>
                <a:gd name="connsiteX1" fmla="*/ 7915275 w 7930675"/>
                <a:gd name="connsiteY1" fmla="*/ 0 h 6877050"/>
                <a:gd name="connsiteX2" fmla="*/ 7210425 w 7930675"/>
                <a:gd name="connsiteY2" fmla="*/ 3771900 h 6877050"/>
                <a:gd name="connsiteX3" fmla="*/ 4905375 w 7930675"/>
                <a:gd name="connsiteY3" fmla="*/ 6877050 h 6877050"/>
                <a:gd name="connsiteX4" fmla="*/ 0 w 7930675"/>
                <a:gd name="connsiteY4" fmla="*/ 6877050 h 6877050"/>
                <a:gd name="connsiteX5" fmla="*/ 0 w 7930675"/>
                <a:gd name="connsiteY5" fmla="*/ 19050 h 6877050"/>
                <a:gd name="connsiteX0" fmla="*/ 0 w 7936697"/>
                <a:gd name="connsiteY0" fmla="*/ 19050 h 6877050"/>
                <a:gd name="connsiteX1" fmla="*/ 7915275 w 7936697"/>
                <a:gd name="connsiteY1" fmla="*/ 0 h 6877050"/>
                <a:gd name="connsiteX2" fmla="*/ 7324725 w 7936697"/>
                <a:gd name="connsiteY2" fmla="*/ 3810000 h 6877050"/>
                <a:gd name="connsiteX3" fmla="*/ 4905375 w 7936697"/>
                <a:gd name="connsiteY3" fmla="*/ 6877050 h 6877050"/>
                <a:gd name="connsiteX4" fmla="*/ 0 w 7936697"/>
                <a:gd name="connsiteY4" fmla="*/ 6877050 h 6877050"/>
                <a:gd name="connsiteX5" fmla="*/ 0 w 7936697"/>
                <a:gd name="connsiteY5" fmla="*/ 19050 h 6877050"/>
                <a:gd name="connsiteX0" fmla="*/ 0 w 7949740"/>
                <a:gd name="connsiteY0" fmla="*/ 19050 h 6877050"/>
                <a:gd name="connsiteX1" fmla="*/ 7915275 w 7949740"/>
                <a:gd name="connsiteY1" fmla="*/ 0 h 6877050"/>
                <a:gd name="connsiteX2" fmla="*/ 7448550 w 7949740"/>
                <a:gd name="connsiteY2" fmla="*/ 3790950 h 6877050"/>
                <a:gd name="connsiteX3" fmla="*/ 4905375 w 7949740"/>
                <a:gd name="connsiteY3" fmla="*/ 6877050 h 6877050"/>
                <a:gd name="connsiteX4" fmla="*/ 0 w 7949740"/>
                <a:gd name="connsiteY4" fmla="*/ 6877050 h 6877050"/>
                <a:gd name="connsiteX5" fmla="*/ 0 w 7949740"/>
                <a:gd name="connsiteY5" fmla="*/ 19050 h 6877050"/>
                <a:gd name="connsiteX0" fmla="*/ 0 w 7936042"/>
                <a:gd name="connsiteY0" fmla="*/ 19050 h 6877050"/>
                <a:gd name="connsiteX1" fmla="*/ 7915275 w 7936042"/>
                <a:gd name="connsiteY1" fmla="*/ 0 h 6877050"/>
                <a:gd name="connsiteX2" fmla="*/ 7315200 w 7936042"/>
                <a:gd name="connsiteY2" fmla="*/ 3819525 h 6877050"/>
                <a:gd name="connsiteX3" fmla="*/ 4905375 w 7936042"/>
                <a:gd name="connsiteY3" fmla="*/ 6877050 h 6877050"/>
                <a:gd name="connsiteX4" fmla="*/ 0 w 7936042"/>
                <a:gd name="connsiteY4" fmla="*/ 6877050 h 6877050"/>
                <a:gd name="connsiteX5" fmla="*/ 0 w 7936042"/>
                <a:gd name="connsiteY5" fmla="*/ 19050 h 6877050"/>
                <a:gd name="connsiteX0" fmla="*/ 0 w 7940327"/>
                <a:gd name="connsiteY0" fmla="*/ 19050 h 6877050"/>
                <a:gd name="connsiteX1" fmla="*/ 7915275 w 7940327"/>
                <a:gd name="connsiteY1" fmla="*/ 0 h 6877050"/>
                <a:gd name="connsiteX2" fmla="*/ 7369595 w 7940327"/>
                <a:gd name="connsiteY2" fmla="*/ 3819525 h 6877050"/>
                <a:gd name="connsiteX3" fmla="*/ 4905375 w 7940327"/>
                <a:gd name="connsiteY3" fmla="*/ 6877050 h 6877050"/>
                <a:gd name="connsiteX4" fmla="*/ 0 w 7940327"/>
                <a:gd name="connsiteY4" fmla="*/ 6877050 h 6877050"/>
                <a:gd name="connsiteX5" fmla="*/ 0 w 7940327"/>
                <a:gd name="connsiteY5" fmla="*/ 19050 h 6877050"/>
                <a:gd name="connsiteX0" fmla="*/ 0 w 7940327"/>
                <a:gd name="connsiteY0" fmla="*/ 19050 h 6877050"/>
                <a:gd name="connsiteX1" fmla="*/ 7915275 w 7940327"/>
                <a:gd name="connsiteY1" fmla="*/ 0 h 6877050"/>
                <a:gd name="connsiteX2" fmla="*/ 7369595 w 7940327"/>
                <a:gd name="connsiteY2" fmla="*/ 3819525 h 6877050"/>
                <a:gd name="connsiteX3" fmla="*/ 4905375 w 7940327"/>
                <a:gd name="connsiteY3" fmla="*/ 6877050 h 6877050"/>
                <a:gd name="connsiteX4" fmla="*/ 0 w 7940327"/>
                <a:gd name="connsiteY4" fmla="*/ 6877050 h 6877050"/>
                <a:gd name="connsiteX5" fmla="*/ 0 w 7940327"/>
                <a:gd name="connsiteY5" fmla="*/ 19050 h 687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40327" h="6877050">
                  <a:moveTo>
                    <a:pt x="0" y="19050"/>
                  </a:moveTo>
                  <a:lnTo>
                    <a:pt x="7915275" y="0"/>
                  </a:lnTo>
                  <a:cubicBezTo>
                    <a:pt x="8002587" y="963612"/>
                    <a:pt x="7871245" y="2673350"/>
                    <a:pt x="7369595" y="3819525"/>
                  </a:cubicBezTo>
                  <a:cubicBezTo>
                    <a:pt x="6867945" y="4965700"/>
                    <a:pt x="5986043" y="6249987"/>
                    <a:pt x="4905375" y="6877050"/>
                  </a:cubicBezTo>
                  <a:lnTo>
                    <a:pt x="0" y="6877050"/>
                  </a:lnTo>
                  <a:lnTo>
                    <a:pt x="0" y="1905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0"/>
          <p:cNvGrpSpPr/>
          <p:nvPr userDrawn="1"/>
        </p:nvGrpSpPr>
        <p:grpSpPr>
          <a:xfrm>
            <a:off x="257175" y="180975"/>
            <a:ext cx="2009775" cy="855286"/>
            <a:chOff x="2752725" y="180975"/>
            <a:chExt cx="2009775" cy="855286"/>
          </a:xfrm>
        </p:grpSpPr>
        <p:sp>
          <p:nvSpPr>
            <p:cNvPr id="12" name="Rounded Rectangle 11"/>
            <p:cNvSpPr/>
            <p:nvPr userDrawn="1"/>
          </p:nvSpPr>
          <p:spPr>
            <a:xfrm>
              <a:off x="2752725" y="180975"/>
              <a:ext cx="2009775" cy="85528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p:cNvPicPr>
              <a:picLocks noChangeAspect="1"/>
            </p:cNvPicPr>
            <p:nvPr userDrawn="1"/>
          </p:nvPicPr>
          <p:blipFill>
            <a:blip r:embed="rId3"/>
            <a:stretch>
              <a:fillRect/>
            </a:stretch>
          </p:blipFill>
          <p:spPr>
            <a:xfrm>
              <a:off x="2840260" y="264528"/>
              <a:ext cx="1834703" cy="667165"/>
            </a:xfrm>
            <a:prstGeom prst="rect">
              <a:avLst/>
            </a:prstGeom>
          </p:spPr>
        </p:pic>
      </p:grpSp>
      <p:sp>
        <p:nvSpPr>
          <p:cNvPr id="2" name="Title 1"/>
          <p:cNvSpPr>
            <a:spLocks noGrp="1"/>
          </p:cNvSpPr>
          <p:nvPr>
            <p:ph type="ctrTitle"/>
          </p:nvPr>
        </p:nvSpPr>
        <p:spPr>
          <a:xfrm>
            <a:off x="257175" y="1119814"/>
            <a:ext cx="6657340" cy="909011"/>
          </a:xfrm>
        </p:spPr>
        <p:txBody>
          <a:bodyPr anchor="ctr" anchorCtr="0">
            <a:normAutofit/>
          </a:bodyPr>
          <a:lstStyle>
            <a:lvl1pPr algn="l">
              <a:lnSpc>
                <a:spcPct val="100000"/>
              </a:lnSpc>
              <a:defRPr sz="3600" b="1">
                <a:latin typeface="+mj-lt"/>
              </a:defRPr>
            </a:lvl1pPr>
          </a:lstStyle>
          <a:p>
            <a:r>
              <a:rPr lang="en-US"/>
              <a:t>Click to edit Master title style</a:t>
            </a:r>
          </a:p>
        </p:txBody>
      </p:sp>
      <p:sp>
        <p:nvSpPr>
          <p:cNvPr id="15" name="Content Placeholder 14"/>
          <p:cNvSpPr>
            <a:spLocks noGrp="1"/>
          </p:cNvSpPr>
          <p:nvPr>
            <p:ph sz="quarter" idx="10"/>
          </p:nvPr>
        </p:nvSpPr>
        <p:spPr>
          <a:xfrm>
            <a:off x="257175" y="2112378"/>
            <a:ext cx="6657340" cy="41052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6" name="Group 15"/>
          <p:cNvGrpSpPr/>
          <p:nvPr userDrawn="1"/>
        </p:nvGrpSpPr>
        <p:grpSpPr>
          <a:xfrm>
            <a:off x="179783" y="5622449"/>
            <a:ext cx="2067558" cy="1099026"/>
            <a:chOff x="179783" y="5622449"/>
            <a:chExt cx="2067558" cy="1099026"/>
          </a:xfrm>
        </p:grpSpPr>
        <p:grpSp>
          <p:nvGrpSpPr>
            <p:cNvPr id="17" name="Group 16"/>
            <p:cNvGrpSpPr/>
            <p:nvPr userDrawn="1"/>
          </p:nvGrpSpPr>
          <p:grpSpPr>
            <a:xfrm>
              <a:off x="179783" y="6573996"/>
              <a:ext cx="356234" cy="147479"/>
              <a:chOff x="660083" y="4937919"/>
              <a:chExt cx="356234" cy="147479"/>
            </a:xfrm>
          </p:grpSpPr>
          <p:sp>
            <p:nvSpPr>
              <p:cNvPr id="116" name="Freeform 115"/>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Freeform 116"/>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Freeform 117"/>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Freeform 118"/>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Freeform 119"/>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Freeform 120"/>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p:cNvGrpSpPr/>
            <p:nvPr userDrawn="1"/>
          </p:nvGrpSpPr>
          <p:grpSpPr>
            <a:xfrm>
              <a:off x="179783" y="6336110"/>
              <a:ext cx="356234" cy="147479"/>
              <a:chOff x="660083" y="4937919"/>
              <a:chExt cx="356234" cy="147479"/>
            </a:xfrm>
          </p:grpSpPr>
          <p:sp>
            <p:nvSpPr>
              <p:cNvPr id="110" name="Freeform 109"/>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Freeform 110"/>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Freeform 111"/>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Freeform 112"/>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Freeform 113"/>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Freeform 114"/>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p:cNvGrpSpPr/>
            <p:nvPr userDrawn="1"/>
          </p:nvGrpSpPr>
          <p:grpSpPr>
            <a:xfrm>
              <a:off x="179783" y="6098223"/>
              <a:ext cx="356234" cy="147479"/>
              <a:chOff x="660083" y="4937919"/>
              <a:chExt cx="356234" cy="147479"/>
            </a:xfrm>
          </p:grpSpPr>
          <p:sp>
            <p:nvSpPr>
              <p:cNvPr id="104" name="Freeform 103"/>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Freeform 104"/>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Freeform 105"/>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Freeform 106"/>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Freeform 107"/>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Freeform 108"/>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p:cNvGrpSpPr/>
            <p:nvPr userDrawn="1"/>
          </p:nvGrpSpPr>
          <p:grpSpPr>
            <a:xfrm>
              <a:off x="179783" y="5860336"/>
              <a:ext cx="356234" cy="147479"/>
              <a:chOff x="660083" y="4937919"/>
              <a:chExt cx="356234" cy="147479"/>
            </a:xfrm>
          </p:grpSpPr>
          <p:sp>
            <p:nvSpPr>
              <p:cNvPr id="98" name="Freeform 97"/>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Freeform 98"/>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Freeform 99"/>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Freeform 100"/>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Freeform 101"/>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Freeform 102"/>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 name="Group 20"/>
            <p:cNvGrpSpPr/>
            <p:nvPr userDrawn="1"/>
          </p:nvGrpSpPr>
          <p:grpSpPr>
            <a:xfrm>
              <a:off x="179783" y="5622449"/>
              <a:ext cx="356234" cy="147479"/>
              <a:chOff x="660083" y="4937919"/>
              <a:chExt cx="356234" cy="147479"/>
            </a:xfrm>
          </p:grpSpPr>
          <p:sp>
            <p:nvSpPr>
              <p:cNvPr id="92" name="Freeform 91"/>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Freeform 92"/>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Freeform 93"/>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Freeform 94"/>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Freeform 96"/>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p:cNvGrpSpPr/>
            <p:nvPr userDrawn="1"/>
          </p:nvGrpSpPr>
          <p:grpSpPr>
            <a:xfrm>
              <a:off x="607614" y="6573996"/>
              <a:ext cx="356234" cy="147479"/>
              <a:chOff x="660083" y="4937919"/>
              <a:chExt cx="356234" cy="147479"/>
            </a:xfrm>
          </p:grpSpPr>
          <p:sp>
            <p:nvSpPr>
              <p:cNvPr id="86" name="Freeform 85"/>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Freeform 86"/>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Freeform 87"/>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Freeform 88"/>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Freeform 89"/>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Freeform 90"/>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p:cNvGrpSpPr/>
            <p:nvPr userDrawn="1"/>
          </p:nvGrpSpPr>
          <p:grpSpPr>
            <a:xfrm>
              <a:off x="607614" y="6336110"/>
              <a:ext cx="356234" cy="147479"/>
              <a:chOff x="660083" y="4937919"/>
              <a:chExt cx="356234" cy="147479"/>
            </a:xfrm>
          </p:grpSpPr>
          <p:sp>
            <p:nvSpPr>
              <p:cNvPr id="80" name="Freeform 79"/>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Freeform 80"/>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Freeform 81"/>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Freeform 82"/>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Freeform 83"/>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Freeform 84"/>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 name="Group 23"/>
            <p:cNvGrpSpPr/>
            <p:nvPr userDrawn="1"/>
          </p:nvGrpSpPr>
          <p:grpSpPr>
            <a:xfrm>
              <a:off x="607614" y="6098223"/>
              <a:ext cx="356234" cy="147479"/>
              <a:chOff x="660083" y="4937919"/>
              <a:chExt cx="356234" cy="147479"/>
            </a:xfrm>
          </p:grpSpPr>
          <p:sp>
            <p:nvSpPr>
              <p:cNvPr id="74" name="Freeform 73"/>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Freeform 74"/>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75"/>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Freeform 76"/>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Freeform 77"/>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Freeform 78"/>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 name="Group 24"/>
            <p:cNvGrpSpPr/>
            <p:nvPr userDrawn="1"/>
          </p:nvGrpSpPr>
          <p:grpSpPr>
            <a:xfrm>
              <a:off x="607614" y="5860336"/>
              <a:ext cx="356234" cy="147479"/>
              <a:chOff x="660083" y="4937919"/>
              <a:chExt cx="356234" cy="147479"/>
            </a:xfrm>
          </p:grpSpPr>
          <p:sp>
            <p:nvSpPr>
              <p:cNvPr id="68" name="Freeform 67"/>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68"/>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69"/>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Freeform 71"/>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72"/>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 name="Group 25"/>
            <p:cNvGrpSpPr/>
            <p:nvPr userDrawn="1"/>
          </p:nvGrpSpPr>
          <p:grpSpPr>
            <a:xfrm>
              <a:off x="1035445" y="6573996"/>
              <a:ext cx="356234" cy="147479"/>
              <a:chOff x="660083" y="4937919"/>
              <a:chExt cx="356234" cy="147479"/>
            </a:xfrm>
          </p:grpSpPr>
          <p:sp>
            <p:nvSpPr>
              <p:cNvPr id="62" name="Freeform 61"/>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62"/>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reeform 63"/>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reeform 64"/>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Freeform 65"/>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Freeform 66"/>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 name="Group 26"/>
            <p:cNvGrpSpPr/>
            <p:nvPr userDrawn="1"/>
          </p:nvGrpSpPr>
          <p:grpSpPr>
            <a:xfrm>
              <a:off x="1035445" y="6336110"/>
              <a:ext cx="356234" cy="147479"/>
              <a:chOff x="660083" y="4937919"/>
              <a:chExt cx="356234" cy="147479"/>
            </a:xfrm>
          </p:grpSpPr>
          <p:sp>
            <p:nvSpPr>
              <p:cNvPr id="56" name="Freeform 55"/>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Freeform 56"/>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eform 57"/>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58"/>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Freeform 59"/>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Freeform 60"/>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 name="Group 27"/>
            <p:cNvGrpSpPr/>
            <p:nvPr userDrawn="1"/>
          </p:nvGrpSpPr>
          <p:grpSpPr>
            <a:xfrm>
              <a:off x="1035445" y="6098223"/>
              <a:ext cx="356234" cy="147479"/>
              <a:chOff x="660083" y="4937919"/>
              <a:chExt cx="356234" cy="147479"/>
            </a:xfrm>
          </p:grpSpPr>
          <p:sp>
            <p:nvSpPr>
              <p:cNvPr id="50" name="Freeform 49"/>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50"/>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reeform 51"/>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Freeform 52"/>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53"/>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p:cNvGrpSpPr/>
            <p:nvPr userDrawn="1"/>
          </p:nvGrpSpPr>
          <p:grpSpPr>
            <a:xfrm>
              <a:off x="1463276" y="6573996"/>
              <a:ext cx="356234" cy="147479"/>
              <a:chOff x="660083" y="4937919"/>
              <a:chExt cx="356234" cy="147479"/>
            </a:xfrm>
          </p:grpSpPr>
          <p:sp>
            <p:nvSpPr>
              <p:cNvPr id="44" name="Freeform 43"/>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44"/>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45"/>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46"/>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Freeform 47"/>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Freeform 48"/>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 name="Group 29"/>
            <p:cNvGrpSpPr/>
            <p:nvPr userDrawn="1"/>
          </p:nvGrpSpPr>
          <p:grpSpPr>
            <a:xfrm>
              <a:off x="1463276" y="6336110"/>
              <a:ext cx="356234" cy="147479"/>
              <a:chOff x="660083" y="4937919"/>
              <a:chExt cx="356234" cy="147479"/>
            </a:xfrm>
          </p:grpSpPr>
          <p:sp>
            <p:nvSpPr>
              <p:cNvPr id="38" name="Freeform 37"/>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38"/>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39"/>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40"/>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41"/>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42"/>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p:cNvGrpSpPr/>
            <p:nvPr userDrawn="1"/>
          </p:nvGrpSpPr>
          <p:grpSpPr>
            <a:xfrm>
              <a:off x="1891107" y="6573996"/>
              <a:ext cx="356234" cy="147479"/>
              <a:chOff x="660083" y="4937919"/>
              <a:chExt cx="356234" cy="147479"/>
            </a:xfrm>
          </p:grpSpPr>
          <p:sp>
            <p:nvSpPr>
              <p:cNvPr id="32" name="Freeform 31"/>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32"/>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33"/>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34"/>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35"/>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36"/>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106968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grpSp>
        <p:nvGrpSpPr>
          <p:cNvPr id="5" name="Group 4"/>
          <p:cNvGrpSpPr/>
          <p:nvPr userDrawn="1"/>
        </p:nvGrpSpPr>
        <p:grpSpPr>
          <a:xfrm>
            <a:off x="0" y="-1"/>
            <a:ext cx="9205870" cy="6858000"/>
            <a:chOff x="0" y="-1"/>
            <a:chExt cx="9205870" cy="6858000"/>
          </a:xfrm>
        </p:grpSpPr>
        <p:sp>
          <p:nvSpPr>
            <p:cNvPr id="3" name="Rectangle 2"/>
            <p:cNvSpPr/>
            <p:nvPr userDrawn="1"/>
          </p:nvSpPr>
          <p:spPr>
            <a:xfrm>
              <a:off x="618742" y="-1"/>
              <a:ext cx="8587128" cy="6858000"/>
            </a:xfrm>
            <a:custGeom>
              <a:avLst/>
              <a:gdLst>
                <a:gd name="connsiteX0" fmla="*/ 0 w 6334125"/>
                <a:gd name="connsiteY0" fmla="*/ 0 h 6858000"/>
                <a:gd name="connsiteX1" fmla="*/ 6334125 w 6334125"/>
                <a:gd name="connsiteY1" fmla="*/ 0 h 6858000"/>
                <a:gd name="connsiteX2" fmla="*/ 6334125 w 6334125"/>
                <a:gd name="connsiteY2" fmla="*/ 6858000 h 6858000"/>
                <a:gd name="connsiteX3" fmla="*/ 0 w 6334125"/>
                <a:gd name="connsiteY3" fmla="*/ 6858000 h 6858000"/>
                <a:gd name="connsiteX4" fmla="*/ 0 w 6334125"/>
                <a:gd name="connsiteY4" fmla="*/ 0 h 6858000"/>
                <a:gd name="connsiteX0" fmla="*/ 0 w 7915275"/>
                <a:gd name="connsiteY0" fmla="*/ 19050 h 6877050"/>
                <a:gd name="connsiteX1" fmla="*/ 7915275 w 7915275"/>
                <a:gd name="connsiteY1" fmla="*/ 0 h 6877050"/>
                <a:gd name="connsiteX2" fmla="*/ 6334125 w 7915275"/>
                <a:gd name="connsiteY2" fmla="*/ 6877050 h 6877050"/>
                <a:gd name="connsiteX3" fmla="*/ 0 w 7915275"/>
                <a:gd name="connsiteY3" fmla="*/ 6877050 h 6877050"/>
                <a:gd name="connsiteX4" fmla="*/ 0 w 7915275"/>
                <a:gd name="connsiteY4" fmla="*/ 19050 h 6877050"/>
                <a:gd name="connsiteX0" fmla="*/ 0 w 8299228"/>
                <a:gd name="connsiteY0" fmla="*/ 19050 h 6877050"/>
                <a:gd name="connsiteX1" fmla="*/ 7915275 w 8299228"/>
                <a:gd name="connsiteY1" fmla="*/ 0 h 6877050"/>
                <a:gd name="connsiteX2" fmla="*/ 6334125 w 8299228"/>
                <a:gd name="connsiteY2" fmla="*/ 6877050 h 6877050"/>
                <a:gd name="connsiteX3" fmla="*/ 0 w 8299228"/>
                <a:gd name="connsiteY3" fmla="*/ 6877050 h 6877050"/>
                <a:gd name="connsiteX4" fmla="*/ 0 w 8299228"/>
                <a:gd name="connsiteY4" fmla="*/ 19050 h 6877050"/>
                <a:gd name="connsiteX0" fmla="*/ 0 w 8151610"/>
                <a:gd name="connsiteY0" fmla="*/ 19050 h 6877050"/>
                <a:gd name="connsiteX1" fmla="*/ 7915275 w 8151610"/>
                <a:gd name="connsiteY1" fmla="*/ 0 h 6877050"/>
                <a:gd name="connsiteX2" fmla="*/ 4905375 w 8151610"/>
                <a:gd name="connsiteY2" fmla="*/ 6877050 h 6877050"/>
                <a:gd name="connsiteX3" fmla="*/ 0 w 8151610"/>
                <a:gd name="connsiteY3" fmla="*/ 6877050 h 6877050"/>
                <a:gd name="connsiteX4" fmla="*/ 0 w 8151610"/>
                <a:gd name="connsiteY4" fmla="*/ 19050 h 6877050"/>
                <a:gd name="connsiteX0" fmla="*/ 0 w 7926129"/>
                <a:gd name="connsiteY0" fmla="*/ 19050 h 6877050"/>
                <a:gd name="connsiteX1" fmla="*/ 7915275 w 7926129"/>
                <a:gd name="connsiteY1" fmla="*/ 0 h 6877050"/>
                <a:gd name="connsiteX2" fmla="*/ 4905375 w 7926129"/>
                <a:gd name="connsiteY2" fmla="*/ 6877050 h 6877050"/>
                <a:gd name="connsiteX3" fmla="*/ 0 w 7926129"/>
                <a:gd name="connsiteY3" fmla="*/ 6877050 h 6877050"/>
                <a:gd name="connsiteX4" fmla="*/ 0 w 7926129"/>
                <a:gd name="connsiteY4" fmla="*/ 19050 h 6877050"/>
                <a:gd name="connsiteX0" fmla="*/ 0 w 8292839"/>
                <a:gd name="connsiteY0" fmla="*/ 19050 h 6877050"/>
                <a:gd name="connsiteX1" fmla="*/ 7915275 w 8292839"/>
                <a:gd name="connsiteY1" fmla="*/ 0 h 6877050"/>
                <a:gd name="connsiteX2" fmla="*/ 6810375 w 8292839"/>
                <a:gd name="connsiteY2" fmla="*/ 3800475 h 6877050"/>
                <a:gd name="connsiteX3" fmla="*/ 4905375 w 8292839"/>
                <a:gd name="connsiteY3" fmla="*/ 6877050 h 6877050"/>
                <a:gd name="connsiteX4" fmla="*/ 0 w 8292839"/>
                <a:gd name="connsiteY4" fmla="*/ 6877050 h 6877050"/>
                <a:gd name="connsiteX5" fmla="*/ 0 w 8292839"/>
                <a:gd name="connsiteY5" fmla="*/ 19050 h 6877050"/>
                <a:gd name="connsiteX0" fmla="*/ 0 w 7922805"/>
                <a:gd name="connsiteY0" fmla="*/ 19050 h 6877050"/>
                <a:gd name="connsiteX1" fmla="*/ 7915275 w 7922805"/>
                <a:gd name="connsiteY1" fmla="*/ 0 h 6877050"/>
                <a:gd name="connsiteX2" fmla="*/ 6810375 w 7922805"/>
                <a:gd name="connsiteY2" fmla="*/ 3800475 h 6877050"/>
                <a:gd name="connsiteX3" fmla="*/ 4905375 w 7922805"/>
                <a:gd name="connsiteY3" fmla="*/ 6877050 h 6877050"/>
                <a:gd name="connsiteX4" fmla="*/ 0 w 7922805"/>
                <a:gd name="connsiteY4" fmla="*/ 6877050 h 6877050"/>
                <a:gd name="connsiteX5" fmla="*/ 0 w 7922805"/>
                <a:gd name="connsiteY5" fmla="*/ 19050 h 6877050"/>
                <a:gd name="connsiteX0" fmla="*/ 0 w 7930675"/>
                <a:gd name="connsiteY0" fmla="*/ 19050 h 6877050"/>
                <a:gd name="connsiteX1" fmla="*/ 7915275 w 7930675"/>
                <a:gd name="connsiteY1" fmla="*/ 0 h 6877050"/>
                <a:gd name="connsiteX2" fmla="*/ 7210425 w 7930675"/>
                <a:gd name="connsiteY2" fmla="*/ 3771900 h 6877050"/>
                <a:gd name="connsiteX3" fmla="*/ 4905375 w 7930675"/>
                <a:gd name="connsiteY3" fmla="*/ 6877050 h 6877050"/>
                <a:gd name="connsiteX4" fmla="*/ 0 w 7930675"/>
                <a:gd name="connsiteY4" fmla="*/ 6877050 h 6877050"/>
                <a:gd name="connsiteX5" fmla="*/ 0 w 7930675"/>
                <a:gd name="connsiteY5" fmla="*/ 19050 h 6877050"/>
                <a:gd name="connsiteX0" fmla="*/ 0 w 7936697"/>
                <a:gd name="connsiteY0" fmla="*/ 19050 h 6877050"/>
                <a:gd name="connsiteX1" fmla="*/ 7915275 w 7936697"/>
                <a:gd name="connsiteY1" fmla="*/ 0 h 6877050"/>
                <a:gd name="connsiteX2" fmla="*/ 7324725 w 7936697"/>
                <a:gd name="connsiteY2" fmla="*/ 3810000 h 6877050"/>
                <a:gd name="connsiteX3" fmla="*/ 4905375 w 7936697"/>
                <a:gd name="connsiteY3" fmla="*/ 6877050 h 6877050"/>
                <a:gd name="connsiteX4" fmla="*/ 0 w 7936697"/>
                <a:gd name="connsiteY4" fmla="*/ 6877050 h 6877050"/>
                <a:gd name="connsiteX5" fmla="*/ 0 w 7936697"/>
                <a:gd name="connsiteY5" fmla="*/ 19050 h 6877050"/>
                <a:gd name="connsiteX0" fmla="*/ 0 w 7949740"/>
                <a:gd name="connsiteY0" fmla="*/ 19050 h 6877050"/>
                <a:gd name="connsiteX1" fmla="*/ 7915275 w 7949740"/>
                <a:gd name="connsiteY1" fmla="*/ 0 h 6877050"/>
                <a:gd name="connsiteX2" fmla="*/ 7448550 w 7949740"/>
                <a:gd name="connsiteY2" fmla="*/ 3790950 h 6877050"/>
                <a:gd name="connsiteX3" fmla="*/ 4905375 w 7949740"/>
                <a:gd name="connsiteY3" fmla="*/ 6877050 h 6877050"/>
                <a:gd name="connsiteX4" fmla="*/ 0 w 7949740"/>
                <a:gd name="connsiteY4" fmla="*/ 6877050 h 6877050"/>
                <a:gd name="connsiteX5" fmla="*/ 0 w 7949740"/>
                <a:gd name="connsiteY5" fmla="*/ 19050 h 6877050"/>
                <a:gd name="connsiteX0" fmla="*/ 0 w 7936042"/>
                <a:gd name="connsiteY0" fmla="*/ 19050 h 6877050"/>
                <a:gd name="connsiteX1" fmla="*/ 7915275 w 7936042"/>
                <a:gd name="connsiteY1" fmla="*/ 0 h 6877050"/>
                <a:gd name="connsiteX2" fmla="*/ 7315200 w 7936042"/>
                <a:gd name="connsiteY2" fmla="*/ 3819525 h 6877050"/>
                <a:gd name="connsiteX3" fmla="*/ 4905375 w 7936042"/>
                <a:gd name="connsiteY3" fmla="*/ 6877050 h 6877050"/>
                <a:gd name="connsiteX4" fmla="*/ 0 w 7936042"/>
                <a:gd name="connsiteY4" fmla="*/ 6877050 h 6877050"/>
                <a:gd name="connsiteX5" fmla="*/ 0 w 7936042"/>
                <a:gd name="connsiteY5" fmla="*/ 19050 h 6877050"/>
                <a:gd name="connsiteX0" fmla="*/ 0 w 7936042"/>
                <a:gd name="connsiteY0" fmla="*/ 19050 h 6877050"/>
                <a:gd name="connsiteX1" fmla="*/ 7915275 w 7936042"/>
                <a:gd name="connsiteY1" fmla="*/ 0 h 6877050"/>
                <a:gd name="connsiteX2" fmla="*/ 7315200 w 7936042"/>
                <a:gd name="connsiteY2" fmla="*/ 3819525 h 6877050"/>
                <a:gd name="connsiteX3" fmla="*/ 4695825 w 7936042"/>
                <a:gd name="connsiteY3" fmla="*/ 6877050 h 6877050"/>
                <a:gd name="connsiteX4" fmla="*/ 0 w 7936042"/>
                <a:gd name="connsiteY4" fmla="*/ 6877050 h 6877050"/>
                <a:gd name="connsiteX5" fmla="*/ 0 w 7936042"/>
                <a:gd name="connsiteY5" fmla="*/ 19050 h 6877050"/>
                <a:gd name="connsiteX0" fmla="*/ 0 w 8053791"/>
                <a:gd name="connsiteY0" fmla="*/ 38100 h 6896100"/>
                <a:gd name="connsiteX1" fmla="*/ 8039100 w 8053791"/>
                <a:gd name="connsiteY1" fmla="*/ 0 h 6896100"/>
                <a:gd name="connsiteX2" fmla="*/ 7315200 w 8053791"/>
                <a:gd name="connsiteY2" fmla="*/ 3838575 h 6896100"/>
                <a:gd name="connsiteX3" fmla="*/ 4695825 w 8053791"/>
                <a:gd name="connsiteY3" fmla="*/ 6896100 h 6896100"/>
                <a:gd name="connsiteX4" fmla="*/ 0 w 8053791"/>
                <a:gd name="connsiteY4" fmla="*/ 6896100 h 6896100"/>
                <a:gd name="connsiteX5" fmla="*/ 0 w 8053791"/>
                <a:gd name="connsiteY5" fmla="*/ 38100 h 6896100"/>
                <a:gd name="connsiteX0" fmla="*/ 0 w 8053791"/>
                <a:gd name="connsiteY0" fmla="*/ 38100 h 6896100"/>
                <a:gd name="connsiteX1" fmla="*/ 8039100 w 8053791"/>
                <a:gd name="connsiteY1" fmla="*/ 0 h 6896100"/>
                <a:gd name="connsiteX2" fmla="*/ 7315200 w 8053791"/>
                <a:gd name="connsiteY2" fmla="*/ 3838575 h 6896100"/>
                <a:gd name="connsiteX3" fmla="*/ 4695825 w 8053791"/>
                <a:gd name="connsiteY3" fmla="*/ 6896100 h 6896100"/>
                <a:gd name="connsiteX4" fmla="*/ 0 w 8053791"/>
                <a:gd name="connsiteY4" fmla="*/ 6896100 h 6896100"/>
                <a:gd name="connsiteX5" fmla="*/ 0 w 8053791"/>
                <a:gd name="connsiteY5" fmla="*/ 38100 h 6896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53791" h="6896100">
                  <a:moveTo>
                    <a:pt x="0" y="38100"/>
                  </a:moveTo>
                  <a:lnTo>
                    <a:pt x="8039100" y="0"/>
                  </a:lnTo>
                  <a:cubicBezTo>
                    <a:pt x="8126412" y="963612"/>
                    <a:pt x="7816850" y="2692400"/>
                    <a:pt x="7315200" y="3838575"/>
                  </a:cubicBezTo>
                  <a:cubicBezTo>
                    <a:pt x="6813550" y="4984750"/>
                    <a:pt x="5764213" y="6259512"/>
                    <a:pt x="4695825" y="6896100"/>
                  </a:cubicBezTo>
                  <a:lnTo>
                    <a:pt x="0" y="6896100"/>
                  </a:lnTo>
                  <a:lnTo>
                    <a:pt x="0" y="3810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2"/>
            <p:cNvSpPr/>
            <p:nvPr userDrawn="1"/>
          </p:nvSpPr>
          <p:spPr>
            <a:xfrm>
              <a:off x="0" y="-1"/>
              <a:ext cx="8894854" cy="6858000"/>
            </a:xfrm>
            <a:custGeom>
              <a:avLst/>
              <a:gdLst>
                <a:gd name="connsiteX0" fmla="*/ 0 w 6334125"/>
                <a:gd name="connsiteY0" fmla="*/ 0 h 6858000"/>
                <a:gd name="connsiteX1" fmla="*/ 6334125 w 6334125"/>
                <a:gd name="connsiteY1" fmla="*/ 0 h 6858000"/>
                <a:gd name="connsiteX2" fmla="*/ 6334125 w 6334125"/>
                <a:gd name="connsiteY2" fmla="*/ 6858000 h 6858000"/>
                <a:gd name="connsiteX3" fmla="*/ 0 w 6334125"/>
                <a:gd name="connsiteY3" fmla="*/ 6858000 h 6858000"/>
                <a:gd name="connsiteX4" fmla="*/ 0 w 6334125"/>
                <a:gd name="connsiteY4" fmla="*/ 0 h 6858000"/>
                <a:gd name="connsiteX0" fmla="*/ 0 w 7915275"/>
                <a:gd name="connsiteY0" fmla="*/ 19050 h 6877050"/>
                <a:gd name="connsiteX1" fmla="*/ 7915275 w 7915275"/>
                <a:gd name="connsiteY1" fmla="*/ 0 h 6877050"/>
                <a:gd name="connsiteX2" fmla="*/ 6334125 w 7915275"/>
                <a:gd name="connsiteY2" fmla="*/ 6877050 h 6877050"/>
                <a:gd name="connsiteX3" fmla="*/ 0 w 7915275"/>
                <a:gd name="connsiteY3" fmla="*/ 6877050 h 6877050"/>
                <a:gd name="connsiteX4" fmla="*/ 0 w 7915275"/>
                <a:gd name="connsiteY4" fmla="*/ 19050 h 6877050"/>
                <a:gd name="connsiteX0" fmla="*/ 0 w 8299228"/>
                <a:gd name="connsiteY0" fmla="*/ 19050 h 6877050"/>
                <a:gd name="connsiteX1" fmla="*/ 7915275 w 8299228"/>
                <a:gd name="connsiteY1" fmla="*/ 0 h 6877050"/>
                <a:gd name="connsiteX2" fmla="*/ 6334125 w 8299228"/>
                <a:gd name="connsiteY2" fmla="*/ 6877050 h 6877050"/>
                <a:gd name="connsiteX3" fmla="*/ 0 w 8299228"/>
                <a:gd name="connsiteY3" fmla="*/ 6877050 h 6877050"/>
                <a:gd name="connsiteX4" fmla="*/ 0 w 8299228"/>
                <a:gd name="connsiteY4" fmla="*/ 19050 h 6877050"/>
                <a:gd name="connsiteX0" fmla="*/ 0 w 8151610"/>
                <a:gd name="connsiteY0" fmla="*/ 19050 h 6877050"/>
                <a:gd name="connsiteX1" fmla="*/ 7915275 w 8151610"/>
                <a:gd name="connsiteY1" fmla="*/ 0 h 6877050"/>
                <a:gd name="connsiteX2" fmla="*/ 4905375 w 8151610"/>
                <a:gd name="connsiteY2" fmla="*/ 6877050 h 6877050"/>
                <a:gd name="connsiteX3" fmla="*/ 0 w 8151610"/>
                <a:gd name="connsiteY3" fmla="*/ 6877050 h 6877050"/>
                <a:gd name="connsiteX4" fmla="*/ 0 w 8151610"/>
                <a:gd name="connsiteY4" fmla="*/ 19050 h 6877050"/>
                <a:gd name="connsiteX0" fmla="*/ 0 w 7926129"/>
                <a:gd name="connsiteY0" fmla="*/ 19050 h 6877050"/>
                <a:gd name="connsiteX1" fmla="*/ 7915275 w 7926129"/>
                <a:gd name="connsiteY1" fmla="*/ 0 h 6877050"/>
                <a:gd name="connsiteX2" fmla="*/ 4905375 w 7926129"/>
                <a:gd name="connsiteY2" fmla="*/ 6877050 h 6877050"/>
                <a:gd name="connsiteX3" fmla="*/ 0 w 7926129"/>
                <a:gd name="connsiteY3" fmla="*/ 6877050 h 6877050"/>
                <a:gd name="connsiteX4" fmla="*/ 0 w 7926129"/>
                <a:gd name="connsiteY4" fmla="*/ 19050 h 6877050"/>
                <a:gd name="connsiteX0" fmla="*/ 0 w 8292839"/>
                <a:gd name="connsiteY0" fmla="*/ 19050 h 6877050"/>
                <a:gd name="connsiteX1" fmla="*/ 7915275 w 8292839"/>
                <a:gd name="connsiteY1" fmla="*/ 0 h 6877050"/>
                <a:gd name="connsiteX2" fmla="*/ 6810375 w 8292839"/>
                <a:gd name="connsiteY2" fmla="*/ 3800475 h 6877050"/>
                <a:gd name="connsiteX3" fmla="*/ 4905375 w 8292839"/>
                <a:gd name="connsiteY3" fmla="*/ 6877050 h 6877050"/>
                <a:gd name="connsiteX4" fmla="*/ 0 w 8292839"/>
                <a:gd name="connsiteY4" fmla="*/ 6877050 h 6877050"/>
                <a:gd name="connsiteX5" fmla="*/ 0 w 8292839"/>
                <a:gd name="connsiteY5" fmla="*/ 19050 h 6877050"/>
                <a:gd name="connsiteX0" fmla="*/ 0 w 7922805"/>
                <a:gd name="connsiteY0" fmla="*/ 19050 h 6877050"/>
                <a:gd name="connsiteX1" fmla="*/ 7915275 w 7922805"/>
                <a:gd name="connsiteY1" fmla="*/ 0 h 6877050"/>
                <a:gd name="connsiteX2" fmla="*/ 6810375 w 7922805"/>
                <a:gd name="connsiteY2" fmla="*/ 3800475 h 6877050"/>
                <a:gd name="connsiteX3" fmla="*/ 4905375 w 7922805"/>
                <a:gd name="connsiteY3" fmla="*/ 6877050 h 6877050"/>
                <a:gd name="connsiteX4" fmla="*/ 0 w 7922805"/>
                <a:gd name="connsiteY4" fmla="*/ 6877050 h 6877050"/>
                <a:gd name="connsiteX5" fmla="*/ 0 w 7922805"/>
                <a:gd name="connsiteY5" fmla="*/ 19050 h 6877050"/>
                <a:gd name="connsiteX0" fmla="*/ 0 w 7930675"/>
                <a:gd name="connsiteY0" fmla="*/ 19050 h 6877050"/>
                <a:gd name="connsiteX1" fmla="*/ 7915275 w 7930675"/>
                <a:gd name="connsiteY1" fmla="*/ 0 h 6877050"/>
                <a:gd name="connsiteX2" fmla="*/ 7210425 w 7930675"/>
                <a:gd name="connsiteY2" fmla="*/ 3771900 h 6877050"/>
                <a:gd name="connsiteX3" fmla="*/ 4905375 w 7930675"/>
                <a:gd name="connsiteY3" fmla="*/ 6877050 h 6877050"/>
                <a:gd name="connsiteX4" fmla="*/ 0 w 7930675"/>
                <a:gd name="connsiteY4" fmla="*/ 6877050 h 6877050"/>
                <a:gd name="connsiteX5" fmla="*/ 0 w 7930675"/>
                <a:gd name="connsiteY5" fmla="*/ 19050 h 6877050"/>
                <a:gd name="connsiteX0" fmla="*/ 0 w 7936697"/>
                <a:gd name="connsiteY0" fmla="*/ 19050 h 6877050"/>
                <a:gd name="connsiteX1" fmla="*/ 7915275 w 7936697"/>
                <a:gd name="connsiteY1" fmla="*/ 0 h 6877050"/>
                <a:gd name="connsiteX2" fmla="*/ 7324725 w 7936697"/>
                <a:gd name="connsiteY2" fmla="*/ 3810000 h 6877050"/>
                <a:gd name="connsiteX3" fmla="*/ 4905375 w 7936697"/>
                <a:gd name="connsiteY3" fmla="*/ 6877050 h 6877050"/>
                <a:gd name="connsiteX4" fmla="*/ 0 w 7936697"/>
                <a:gd name="connsiteY4" fmla="*/ 6877050 h 6877050"/>
                <a:gd name="connsiteX5" fmla="*/ 0 w 7936697"/>
                <a:gd name="connsiteY5" fmla="*/ 19050 h 6877050"/>
                <a:gd name="connsiteX0" fmla="*/ 0 w 7949740"/>
                <a:gd name="connsiteY0" fmla="*/ 19050 h 6877050"/>
                <a:gd name="connsiteX1" fmla="*/ 7915275 w 7949740"/>
                <a:gd name="connsiteY1" fmla="*/ 0 h 6877050"/>
                <a:gd name="connsiteX2" fmla="*/ 7448550 w 7949740"/>
                <a:gd name="connsiteY2" fmla="*/ 3790950 h 6877050"/>
                <a:gd name="connsiteX3" fmla="*/ 4905375 w 7949740"/>
                <a:gd name="connsiteY3" fmla="*/ 6877050 h 6877050"/>
                <a:gd name="connsiteX4" fmla="*/ 0 w 7949740"/>
                <a:gd name="connsiteY4" fmla="*/ 6877050 h 6877050"/>
                <a:gd name="connsiteX5" fmla="*/ 0 w 7949740"/>
                <a:gd name="connsiteY5" fmla="*/ 19050 h 6877050"/>
                <a:gd name="connsiteX0" fmla="*/ 0 w 7936042"/>
                <a:gd name="connsiteY0" fmla="*/ 19050 h 6877050"/>
                <a:gd name="connsiteX1" fmla="*/ 7915275 w 7936042"/>
                <a:gd name="connsiteY1" fmla="*/ 0 h 6877050"/>
                <a:gd name="connsiteX2" fmla="*/ 7315200 w 7936042"/>
                <a:gd name="connsiteY2" fmla="*/ 3819525 h 6877050"/>
                <a:gd name="connsiteX3" fmla="*/ 4905375 w 7936042"/>
                <a:gd name="connsiteY3" fmla="*/ 6877050 h 6877050"/>
                <a:gd name="connsiteX4" fmla="*/ 0 w 7936042"/>
                <a:gd name="connsiteY4" fmla="*/ 6877050 h 6877050"/>
                <a:gd name="connsiteX5" fmla="*/ 0 w 7936042"/>
                <a:gd name="connsiteY5" fmla="*/ 19050 h 6877050"/>
                <a:gd name="connsiteX0" fmla="*/ 0 w 7940327"/>
                <a:gd name="connsiteY0" fmla="*/ 19050 h 6877050"/>
                <a:gd name="connsiteX1" fmla="*/ 7915275 w 7940327"/>
                <a:gd name="connsiteY1" fmla="*/ 0 h 6877050"/>
                <a:gd name="connsiteX2" fmla="*/ 7369595 w 7940327"/>
                <a:gd name="connsiteY2" fmla="*/ 3819525 h 6877050"/>
                <a:gd name="connsiteX3" fmla="*/ 4905375 w 7940327"/>
                <a:gd name="connsiteY3" fmla="*/ 6877050 h 6877050"/>
                <a:gd name="connsiteX4" fmla="*/ 0 w 7940327"/>
                <a:gd name="connsiteY4" fmla="*/ 6877050 h 6877050"/>
                <a:gd name="connsiteX5" fmla="*/ 0 w 7940327"/>
                <a:gd name="connsiteY5" fmla="*/ 19050 h 6877050"/>
                <a:gd name="connsiteX0" fmla="*/ 0 w 7940327"/>
                <a:gd name="connsiteY0" fmla="*/ 19050 h 6877050"/>
                <a:gd name="connsiteX1" fmla="*/ 7915275 w 7940327"/>
                <a:gd name="connsiteY1" fmla="*/ 0 h 6877050"/>
                <a:gd name="connsiteX2" fmla="*/ 7369595 w 7940327"/>
                <a:gd name="connsiteY2" fmla="*/ 3819525 h 6877050"/>
                <a:gd name="connsiteX3" fmla="*/ 4905375 w 7940327"/>
                <a:gd name="connsiteY3" fmla="*/ 6877050 h 6877050"/>
                <a:gd name="connsiteX4" fmla="*/ 0 w 7940327"/>
                <a:gd name="connsiteY4" fmla="*/ 6877050 h 6877050"/>
                <a:gd name="connsiteX5" fmla="*/ 0 w 7940327"/>
                <a:gd name="connsiteY5" fmla="*/ 19050 h 687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940327" h="6877050">
                  <a:moveTo>
                    <a:pt x="0" y="19050"/>
                  </a:moveTo>
                  <a:lnTo>
                    <a:pt x="7915275" y="0"/>
                  </a:lnTo>
                  <a:cubicBezTo>
                    <a:pt x="8002587" y="963612"/>
                    <a:pt x="7871245" y="2673350"/>
                    <a:pt x="7369595" y="3819525"/>
                  </a:cubicBezTo>
                  <a:cubicBezTo>
                    <a:pt x="6867945" y="4965700"/>
                    <a:pt x="5986043" y="6249987"/>
                    <a:pt x="4905375" y="6877050"/>
                  </a:cubicBezTo>
                  <a:lnTo>
                    <a:pt x="0" y="6877050"/>
                  </a:lnTo>
                  <a:lnTo>
                    <a:pt x="0" y="1905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0"/>
          <p:cNvGrpSpPr/>
          <p:nvPr userDrawn="1"/>
        </p:nvGrpSpPr>
        <p:grpSpPr>
          <a:xfrm>
            <a:off x="257175" y="180975"/>
            <a:ext cx="2009775" cy="855286"/>
            <a:chOff x="2752725" y="180975"/>
            <a:chExt cx="2009775" cy="855286"/>
          </a:xfrm>
        </p:grpSpPr>
        <p:sp>
          <p:nvSpPr>
            <p:cNvPr id="12" name="Rounded Rectangle 11"/>
            <p:cNvSpPr/>
            <p:nvPr userDrawn="1"/>
          </p:nvSpPr>
          <p:spPr>
            <a:xfrm>
              <a:off x="2752725" y="180975"/>
              <a:ext cx="2009775" cy="85528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p:cNvPicPr>
              <a:picLocks noChangeAspect="1"/>
            </p:cNvPicPr>
            <p:nvPr userDrawn="1"/>
          </p:nvPicPr>
          <p:blipFill>
            <a:blip r:embed="rId2"/>
            <a:stretch>
              <a:fillRect/>
            </a:stretch>
          </p:blipFill>
          <p:spPr>
            <a:xfrm>
              <a:off x="2840260" y="264528"/>
              <a:ext cx="1834703" cy="667165"/>
            </a:xfrm>
            <a:prstGeom prst="rect">
              <a:avLst/>
            </a:prstGeom>
          </p:spPr>
        </p:pic>
      </p:grpSp>
      <p:sp>
        <p:nvSpPr>
          <p:cNvPr id="2" name="Title 1"/>
          <p:cNvSpPr>
            <a:spLocks noGrp="1"/>
          </p:cNvSpPr>
          <p:nvPr>
            <p:ph type="ctrTitle"/>
          </p:nvPr>
        </p:nvSpPr>
        <p:spPr>
          <a:xfrm>
            <a:off x="257175" y="1119814"/>
            <a:ext cx="6657340" cy="909011"/>
          </a:xfrm>
        </p:spPr>
        <p:txBody>
          <a:bodyPr anchor="ctr" anchorCtr="0">
            <a:normAutofit/>
          </a:bodyPr>
          <a:lstStyle>
            <a:lvl1pPr algn="l">
              <a:lnSpc>
                <a:spcPct val="100000"/>
              </a:lnSpc>
              <a:defRPr sz="3600" b="1">
                <a:latin typeface="+mj-lt"/>
              </a:defRPr>
            </a:lvl1pPr>
          </a:lstStyle>
          <a:p>
            <a:r>
              <a:rPr lang="en-US"/>
              <a:t>Click to edit Master title style</a:t>
            </a:r>
          </a:p>
        </p:txBody>
      </p:sp>
      <p:sp>
        <p:nvSpPr>
          <p:cNvPr id="15" name="Content Placeholder 14"/>
          <p:cNvSpPr>
            <a:spLocks noGrp="1"/>
          </p:cNvSpPr>
          <p:nvPr>
            <p:ph sz="quarter" idx="10"/>
          </p:nvPr>
        </p:nvSpPr>
        <p:spPr>
          <a:xfrm>
            <a:off x="257175" y="2112378"/>
            <a:ext cx="6657340" cy="41052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6" name="Group 15"/>
          <p:cNvGrpSpPr/>
          <p:nvPr userDrawn="1"/>
        </p:nvGrpSpPr>
        <p:grpSpPr>
          <a:xfrm>
            <a:off x="179783" y="5622449"/>
            <a:ext cx="2067558" cy="1099026"/>
            <a:chOff x="179783" y="5622449"/>
            <a:chExt cx="2067558" cy="1099026"/>
          </a:xfrm>
        </p:grpSpPr>
        <p:grpSp>
          <p:nvGrpSpPr>
            <p:cNvPr id="17" name="Group 16"/>
            <p:cNvGrpSpPr/>
            <p:nvPr userDrawn="1"/>
          </p:nvGrpSpPr>
          <p:grpSpPr>
            <a:xfrm>
              <a:off x="179783" y="6573996"/>
              <a:ext cx="356234" cy="147479"/>
              <a:chOff x="660083" y="4937919"/>
              <a:chExt cx="356234" cy="147479"/>
            </a:xfrm>
          </p:grpSpPr>
          <p:sp>
            <p:nvSpPr>
              <p:cNvPr id="116" name="Freeform 115"/>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Freeform 116"/>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Freeform 117"/>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Freeform 118"/>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Freeform 119"/>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Freeform 120"/>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p:cNvGrpSpPr/>
            <p:nvPr userDrawn="1"/>
          </p:nvGrpSpPr>
          <p:grpSpPr>
            <a:xfrm>
              <a:off x="179783" y="6336110"/>
              <a:ext cx="356234" cy="147479"/>
              <a:chOff x="660083" y="4937919"/>
              <a:chExt cx="356234" cy="147479"/>
            </a:xfrm>
          </p:grpSpPr>
          <p:sp>
            <p:nvSpPr>
              <p:cNvPr id="110" name="Freeform 109"/>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Freeform 110"/>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Freeform 111"/>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Freeform 112"/>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Freeform 113"/>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Freeform 114"/>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up 18"/>
            <p:cNvGrpSpPr/>
            <p:nvPr userDrawn="1"/>
          </p:nvGrpSpPr>
          <p:grpSpPr>
            <a:xfrm>
              <a:off x="179783" y="6098223"/>
              <a:ext cx="356234" cy="147479"/>
              <a:chOff x="660083" y="4937919"/>
              <a:chExt cx="356234" cy="147479"/>
            </a:xfrm>
          </p:grpSpPr>
          <p:sp>
            <p:nvSpPr>
              <p:cNvPr id="104" name="Freeform 103"/>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Freeform 104"/>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Freeform 105"/>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Freeform 106"/>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Freeform 107"/>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Freeform 108"/>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p:cNvGrpSpPr/>
            <p:nvPr userDrawn="1"/>
          </p:nvGrpSpPr>
          <p:grpSpPr>
            <a:xfrm>
              <a:off x="179783" y="5860336"/>
              <a:ext cx="356234" cy="147479"/>
              <a:chOff x="660083" y="4937919"/>
              <a:chExt cx="356234" cy="147479"/>
            </a:xfrm>
          </p:grpSpPr>
          <p:sp>
            <p:nvSpPr>
              <p:cNvPr id="98" name="Freeform 97"/>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Freeform 98"/>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Freeform 99"/>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Freeform 100"/>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Freeform 101"/>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Freeform 102"/>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 name="Group 20"/>
            <p:cNvGrpSpPr/>
            <p:nvPr userDrawn="1"/>
          </p:nvGrpSpPr>
          <p:grpSpPr>
            <a:xfrm>
              <a:off x="179783" y="5622449"/>
              <a:ext cx="356234" cy="147479"/>
              <a:chOff x="660083" y="4937919"/>
              <a:chExt cx="356234" cy="147479"/>
            </a:xfrm>
          </p:grpSpPr>
          <p:sp>
            <p:nvSpPr>
              <p:cNvPr id="92" name="Freeform 91"/>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Freeform 92"/>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Freeform 93"/>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Freeform 94"/>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Freeform 96"/>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Group 21"/>
            <p:cNvGrpSpPr/>
            <p:nvPr userDrawn="1"/>
          </p:nvGrpSpPr>
          <p:grpSpPr>
            <a:xfrm>
              <a:off x="607614" y="6573996"/>
              <a:ext cx="356234" cy="147479"/>
              <a:chOff x="660083" y="4937919"/>
              <a:chExt cx="356234" cy="147479"/>
            </a:xfrm>
          </p:grpSpPr>
          <p:sp>
            <p:nvSpPr>
              <p:cNvPr id="86" name="Freeform 85"/>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Freeform 86"/>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Freeform 87"/>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Freeform 88"/>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Freeform 89"/>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Freeform 90"/>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p:cNvGrpSpPr/>
            <p:nvPr userDrawn="1"/>
          </p:nvGrpSpPr>
          <p:grpSpPr>
            <a:xfrm>
              <a:off x="607614" y="6336110"/>
              <a:ext cx="356234" cy="147479"/>
              <a:chOff x="660083" y="4937919"/>
              <a:chExt cx="356234" cy="147479"/>
            </a:xfrm>
          </p:grpSpPr>
          <p:sp>
            <p:nvSpPr>
              <p:cNvPr id="80" name="Freeform 79"/>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Freeform 80"/>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Freeform 81"/>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Freeform 82"/>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Freeform 83"/>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Freeform 84"/>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 name="Group 23"/>
            <p:cNvGrpSpPr/>
            <p:nvPr userDrawn="1"/>
          </p:nvGrpSpPr>
          <p:grpSpPr>
            <a:xfrm>
              <a:off x="607614" y="6098223"/>
              <a:ext cx="356234" cy="147479"/>
              <a:chOff x="660083" y="4937919"/>
              <a:chExt cx="356234" cy="147479"/>
            </a:xfrm>
          </p:grpSpPr>
          <p:sp>
            <p:nvSpPr>
              <p:cNvPr id="74" name="Freeform 73"/>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Freeform 74"/>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75"/>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Freeform 76"/>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Freeform 77"/>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Freeform 78"/>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5" name="Group 24"/>
            <p:cNvGrpSpPr/>
            <p:nvPr userDrawn="1"/>
          </p:nvGrpSpPr>
          <p:grpSpPr>
            <a:xfrm>
              <a:off x="607614" y="5860336"/>
              <a:ext cx="356234" cy="147479"/>
              <a:chOff x="660083" y="4937919"/>
              <a:chExt cx="356234" cy="147479"/>
            </a:xfrm>
          </p:grpSpPr>
          <p:sp>
            <p:nvSpPr>
              <p:cNvPr id="68" name="Freeform 67"/>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68"/>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69"/>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Freeform 71"/>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reeform 72"/>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6" name="Group 25"/>
            <p:cNvGrpSpPr/>
            <p:nvPr userDrawn="1"/>
          </p:nvGrpSpPr>
          <p:grpSpPr>
            <a:xfrm>
              <a:off x="1035445" y="6573996"/>
              <a:ext cx="356234" cy="147479"/>
              <a:chOff x="660083" y="4937919"/>
              <a:chExt cx="356234" cy="147479"/>
            </a:xfrm>
          </p:grpSpPr>
          <p:sp>
            <p:nvSpPr>
              <p:cNvPr id="62" name="Freeform 61"/>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62"/>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reeform 63"/>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reeform 64"/>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Freeform 65"/>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Freeform 66"/>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 name="Group 26"/>
            <p:cNvGrpSpPr/>
            <p:nvPr userDrawn="1"/>
          </p:nvGrpSpPr>
          <p:grpSpPr>
            <a:xfrm>
              <a:off x="1035445" y="6336110"/>
              <a:ext cx="356234" cy="147479"/>
              <a:chOff x="660083" y="4937919"/>
              <a:chExt cx="356234" cy="147479"/>
            </a:xfrm>
          </p:grpSpPr>
          <p:sp>
            <p:nvSpPr>
              <p:cNvPr id="56" name="Freeform 55"/>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Freeform 56"/>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eform 57"/>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reeform 58"/>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Freeform 59"/>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Freeform 60"/>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 name="Group 27"/>
            <p:cNvGrpSpPr/>
            <p:nvPr userDrawn="1"/>
          </p:nvGrpSpPr>
          <p:grpSpPr>
            <a:xfrm>
              <a:off x="1035445" y="6098223"/>
              <a:ext cx="356234" cy="147479"/>
              <a:chOff x="660083" y="4937919"/>
              <a:chExt cx="356234" cy="147479"/>
            </a:xfrm>
          </p:grpSpPr>
          <p:sp>
            <p:nvSpPr>
              <p:cNvPr id="50" name="Freeform 49"/>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50"/>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reeform 51"/>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Freeform 52"/>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53"/>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9" name="Group 28"/>
            <p:cNvGrpSpPr/>
            <p:nvPr userDrawn="1"/>
          </p:nvGrpSpPr>
          <p:grpSpPr>
            <a:xfrm>
              <a:off x="1463276" y="6573996"/>
              <a:ext cx="356234" cy="147479"/>
              <a:chOff x="660083" y="4937919"/>
              <a:chExt cx="356234" cy="147479"/>
            </a:xfrm>
          </p:grpSpPr>
          <p:sp>
            <p:nvSpPr>
              <p:cNvPr id="44" name="Freeform 43"/>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44"/>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45"/>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46"/>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Freeform 47"/>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Freeform 48"/>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0" name="Group 29"/>
            <p:cNvGrpSpPr/>
            <p:nvPr userDrawn="1"/>
          </p:nvGrpSpPr>
          <p:grpSpPr>
            <a:xfrm>
              <a:off x="1463276" y="6336110"/>
              <a:ext cx="356234" cy="147479"/>
              <a:chOff x="660083" y="4937919"/>
              <a:chExt cx="356234" cy="147479"/>
            </a:xfrm>
          </p:grpSpPr>
          <p:sp>
            <p:nvSpPr>
              <p:cNvPr id="38" name="Freeform 37"/>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38"/>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39"/>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40"/>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41"/>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42"/>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p:cNvGrpSpPr/>
            <p:nvPr userDrawn="1"/>
          </p:nvGrpSpPr>
          <p:grpSpPr>
            <a:xfrm>
              <a:off x="1891107" y="6573996"/>
              <a:ext cx="356234" cy="147479"/>
              <a:chOff x="660083" y="4937919"/>
              <a:chExt cx="356234" cy="147479"/>
            </a:xfrm>
          </p:grpSpPr>
          <p:sp>
            <p:nvSpPr>
              <p:cNvPr id="32" name="Freeform 31"/>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32"/>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33"/>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34"/>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35"/>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36"/>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26" name="Rectangle 7"/>
          <p:cNvSpPr/>
          <p:nvPr userDrawn="1"/>
        </p:nvSpPr>
        <p:spPr>
          <a:xfrm>
            <a:off x="5581649" y="-1"/>
            <a:ext cx="6610351" cy="6857999"/>
          </a:xfrm>
          <a:custGeom>
            <a:avLst/>
            <a:gdLst>
              <a:gd name="connsiteX0" fmla="*/ 0 w 6886575"/>
              <a:gd name="connsiteY0" fmla="*/ 0 h 6857999"/>
              <a:gd name="connsiteX1" fmla="*/ 6886575 w 6886575"/>
              <a:gd name="connsiteY1" fmla="*/ 0 h 6857999"/>
              <a:gd name="connsiteX2" fmla="*/ 6886575 w 6886575"/>
              <a:gd name="connsiteY2" fmla="*/ 6857999 h 6857999"/>
              <a:gd name="connsiteX3" fmla="*/ 0 w 6886575"/>
              <a:gd name="connsiteY3" fmla="*/ 6857999 h 6857999"/>
              <a:gd name="connsiteX4" fmla="*/ 0 w 6886575"/>
              <a:gd name="connsiteY4" fmla="*/ 0 h 6857999"/>
              <a:gd name="connsiteX0" fmla="*/ 3876675 w 6886575"/>
              <a:gd name="connsiteY0" fmla="*/ 0 h 6857999"/>
              <a:gd name="connsiteX1" fmla="*/ 6886575 w 6886575"/>
              <a:gd name="connsiteY1" fmla="*/ 0 h 6857999"/>
              <a:gd name="connsiteX2" fmla="*/ 6886575 w 6886575"/>
              <a:gd name="connsiteY2" fmla="*/ 6857999 h 6857999"/>
              <a:gd name="connsiteX3" fmla="*/ 0 w 6886575"/>
              <a:gd name="connsiteY3" fmla="*/ 6857999 h 6857999"/>
              <a:gd name="connsiteX4" fmla="*/ 3876675 w 6886575"/>
              <a:gd name="connsiteY4" fmla="*/ 0 h 6857999"/>
              <a:gd name="connsiteX0" fmla="*/ 3562350 w 6572250"/>
              <a:gd name="connsiteY0" fmla="*/ 0 h 6857999"/>
              <a:gd name="connsiteX1" fmla="*/ 6572250 w 6572250"/>
              <a:gd name="connsiteY1" fmla="*/ 0 h 6857999"/>
              <a:gd name="connsiteX2" fmla="*/ 6572250 w 6572250"/>
              <a:gd name="connsiteY2" fmla="*/ 6857999 h 6857999"/>
              <a:gd name="connsiteX3" fmla="*/ 0 w 6572250"/>
              <a:gd name="connsiteY3" fmla="*/ 6857999 h 6857999"/>
              <a:gd name="connsiteX4" fmla="*/ 3562350 w 6572250"/>
              <a:gd name="connsiteY4" fmla="*/ 0 h 6857999"/>
              <a:gd name="connsiteX0" fmla="*/ 3562350 w 6572250"/>
              <a:gd name="connsiteY0" fmla="*/ 0 h 6857999"/>
              <a:gd name="connsiteX1" fmla="*/ 6572250 w 6572250"/>
              <a:gd name="connsiteY1" fmla="*/ 0 h 6857999"/>
              <a:gd name="connsiteX2" fmla="*/ 6572250 w 6572250"/>
              <a:gd name="connsiteY2" fmla="*/ 6857999 h 6857999"/>
              <a:gd name="connsiteX3" fmla="*/ 0 w 6572250"/>
              <a:gd name="connsiteY3" fmla="*/ 6857999 h 6857999"/>
              <a:gd name="connsiteX4" fmla="*/ 1876424 w 6572250"/>
              <a:gd name="connsiteY4" fmla="*/ 3248025 h 6857999"/>
              <a:gd name="connsiteX5" fmla="*/ 3562350 w 6572250"/>
              <a:gd name="connsiteY5" fmla="*/ 0 h 6857999"/>
              <a:gd name="connsiteX0" fmla="*/ 3737098 w 6746998"/>
              <a:gd name="connsiteY0" fmla="*/ 0 h 6857999"/>
              <a:gd name="connsiteX1" fmla="*/ 6746998 w 6746998"/>
              <a:gd name="connsiteY1" fmla="*/ 0 h 6857999"/>
              <a:gd name="connsiteX2" fmla="*/ 6746998 w 6746998"/>
              <a:gd name="connsiteY2" fmla="*/ 6857999 h 6857999"/>
              <a:gd name="connsiteX3" fmla="*/ 174748 w 6746998"/>
              <a:gd name="connsiteY3" fmla="*/ 6857999 h 6857999"/>
              <a:gd name="connsiteX4" fmla="*/ 2051172 w 6746998"/>
              <a:gd name="connsiteY4" fmla="*/ 3248025 h 6857999"/>
              <a:gd name="connsiteX5" fmla="*/ 3737098 w 6746998"/>
              <a:gd name="connsiteY5" fmla="*/ 0 h 6857999"/>
              <a:gd name="connsiteX0" fmla="*/ 3562350 w 6572250"/>
              <a:gd name="connsiteY0" fmla="*/ 0 h 6857999"/>
              <a:gd name="connsiteX1" fmla="*/ 6572250 w 6572250"/>
              <a:gd name="connsiteY1" fmla="*/ 0 h 6857999"/>
              <a:gd name="connsiteX2" fmla="*/ 6572250 w 6572250"/>
              <a:gd name="connsiteY2" fmla="*/ 6857999 h 6857999"/>
              <a:gd name="connsiteX3" fmla="*/ 0 w 6572250"/>
              <a:gd name="connsiteY3" fmla="*/ 6857999 h 6857999"/>
              <a:gd name="connsiteX4" fmla="*/ 1876424 w 6572250"/>
              <a:gd name="connsiteY4" fmla="*/ 3248025 h 6857999"/>
              <a:gd name="connsiteX5" fmla="*/ 3562350 w 6572250"/>
              <a:gd name="connsiteY5" fmla="*/ 0 h 6857999"/>
              <a:gd name="connsiteX0" fmla="*/ 3562350 w 6572250"/>
              <a:gd name="connsiteY0" fmla="*/ 0 h 6857999"/>
              <a:gd name="connsiteX1" fmla="*/ 6572250 w 6572250"/>
              <a:gd name="connsiteY1" fmla="*/ 0 h 6857999"/>
              <a:gd name="connsiteX2" fmla="*/ 6572250 w 6572250"/>
              <a:gd name="connsiteY2" fmla="*/ 6857999 h 6857999"/>
              <a:gd name="connsiteX3" fmla="*/ 0 w 6572250"/>
              <a:gd name="connsiteY3" fmla="*/ 6857999 h 6857999"/>
              <a:gd name="connsiteX4" fmla="*/ 2895599 w 6572250"/>
              <a:gd name="connsiteY4" fmla="*/ 3638550 h 6857999"/>
              <a:gd name="connsiteX5" fmla="*/ 3562350 w 6572250"/>
              <a:gd name="connsiteY5" fmla="*/ 0 h 6857999"/>
              <a:gd name="connsiteX0" fmla="*/ 3562350 w 6572250"/>
              <a:gd name="connsiteY0" fmla="*/ 0 h 6857999"/>
              <a:gd name="connsiteX1" fmla="*/ 6572250 w 6572250"/>
              <a:gd name="connsiteY1" fmla="*/ 0 h 6857999"/>
              <a:gd name="connsiteX2" fmla="*/ 6572250 w 6572250"/>
              <a:gd name="connsiteY2" fmla="*/ 6857999 h 6857999"/>
              <a:gd name="connsiteX3" fmla="*/ 0 w 6572250"/>
              <a:gd name="connsiteY3" fmla="*/ 6857999 h 6857999"/>
              <a:gd name="connsiteX4" fmla="*/ 2895599 w 6572250"/>
              <a:gd name="connsiteY4" fmla="*/ 3638550 h 6857999"/>
              <a:gd name="connsiteX5" fmla="*/ 3562350 w 6572250"/>
              <a:gd name="connsiteY5" fmla="*/ 0 h 6857999"/>
              <a:gd name="connsiteX0" fmla="*/ 3562350 w 6572250"/>
              <a:gd name="connsiteY0" fmla="*/ 0 h 6857999"/>
              <a:gd name="connsiteX1" fmla="*/ 6572250 w 6572250"/>
              <a:gd name="connsiteY1" fmla="*/ 0 h 6857999"/>
              <a:gd name="connsiteX2" fmla="*/ 6572250 w 6572250"/>
              <a:gd name="connsiteY2" fmla="*/ 6857999 h 6857999"/>
              <a:gd name="connsiteX3" fmla="*/ 0 w 6572250"/>
              <a:gd name="connsiteY3" fmla="*/ 6857999 h 6857999"/>
              <a:gd name="connsiteX4" fmla="*/ 2895599 w 6572250"/>
              <a:gd name="connsiteY4" fmla="*/ 3638550 h 6857999"/>
              <a:gd name="connsiteX5" fmla="*/ 3562350 w 6572250"/>
              <a:gd name="connsiteY5" fmla="*/ 0 h 6857999"/>
              <a:gd name="connsiteX0" fmla="*/ 3562350 w 6572250"/>
              <a:gd name="connsiteY0" fmla="*/ 0 h 6857999"/>
              <a:gd name="connsiteX1" fmla="*/ 6572250 w 6572250"/>
              <a:gd name="connsiteY1" fmla="*/ 0 h 6857999"/>
              <a:gd name="connsiteX2" fmla="*/ 6572250 w 6572250"/>
              <a:gd name="connsiteY2" fmla="*/ 6857999 h 6857999"/>
              <a:gd name="connsiteX3" fmla="*/ 0 w 6572250"/>
              <a:gd name="connsiteY3" fmla="*/ 6857999 h 6857999"/>
              <a:gd name="connsiteX4" fmla="*/ 2895599 w 6572250"/>
              <a:gd name="connsiteY4" fmla="*/ 3638550 h 6857999"/>
              <a:gd name="connsiteX5" fmla="*/ 3562350 w 6572250"/>
              <a:gd name="connsiteY5" fmla="*/ 0 h 6857999"/>
              <a:gd name="connsiteX0" fmla="*/ 3562350 w 6572250"/>
              <a:gd name="connsiteY0" fmla="*/ 0 h 6857999"/>
              <a:gd name="connsiteX1" fmla="*/ 6572250 w 6572250"/>
              <a:gd name="connsiteY1" fmla="*/ 0 h 6857999"/>
              <a:gd name="connsiteX2" fmla="*/ 6572250 w 6572250"/>
              <a:gd name="connsiteY2" fmla="*/ 6857999 h 6857999"/>
              <a:gd name="connsiteX3" fmla="*/ 0 w 6572250"/>
              <a:gd name="connsiteY3" fmla="*/ 6857999 h 6857999"/>
              <a:gd name="connsiteX4" fmla="*/ 2895599 w 6572250"/>
              <a:gd name="connsiteY4" fmla="*/ 3638550 h 6857999"/>
              <a:gd name="connsiteX5" fmla="*/ 3562350 w 6572250"/>
              <a:gd name="connsiteY5" fmla="*/ 0 h 6857999"/>
              <a:gd name="connsiteX0" fmla="*/ 3562350 w 6572250"/>
              <a:gd name="connsiteY0" fmla="*/ 0 h 6857999"/>
              <a:gd name="connsiteX1" fmla="*/ 6572250 w 6572250"/>
              <a:gd name="connsiteY1" fmla="*/ 0 h 6857999"/>
              <a:gd name="connsiteX2" fmla="*/ 6572250 w 6572250"/>
              <a:gd name="connsiteY2" fmla="*/ 6857999 h 6857999"/>
              <a:gd name="connsiteX3" fmla="*/ 0 w 6572250"/>
              <a:gd name="connsiteY3" fmla="*/ 6857999 h 6857999"/>
              <a:gd name="connsiteX4" fmla="*/ 2895599 w 6572250"/>
              <a:gd name="connsiteY4" fmla="*/ 3638550 h 6857999"/>
              <a:gd name="connsiteX5" fmla="*/ 3562350 w 6572250"/>
              <a:gd name="connsiteY5" fmla="*/ 0 h 6857999"/>
              <a:gd name="connsiteX0" fmla="*/ 3562350 w 6572250"/>
              <a:gd name="connsiteY0" fmla="*/ 0 h 6857999"/>
              <a:gd name="connsiteX1" fmla="*/ 6572250 w 6572250"/>
              <a:gd name="connsiteY1" fmla="*/ 0 h 6857999"/>
              <a:gd name="connsiteX2" fmla="*/ 6572250 w 6572250"/>
              <a:gd name="connsiteY2" fmla="*/ 6857999 h 6857999"/>
              <a:gd name="connsiteX3" fmla="*/ 0 w 6572250"/>
              <a:gd name="connsiteY3" fmla="*/ 6857999 h 6857999"/>
              <a:gd name="connsiteX4" fmla="*/ 2895599 w 6572250"/>
              <a:gd name="connsiteY4" fmla="*/ 3638550 h 6857999"/>
              <a:gd name="connsiteX5" fmla="*/ 3562350 w 6572250"/>
              <a:gd name="connsiteY5" fmla="*/ 0 h 6857999"/>
              <a:gd name="connsiteX0" fmla="*/ 3562350 w 6572250"/>
              <a:gd name="connsiteY0" fmla="*/ 0 h 6857999"/>
              <a:gd name="connsiteX1" fmla="*/ 6572250 w 6572250"/>
              <a:gd name="connsiteY1" fmla="*/ 0 h 6857999"/>
              <a:gd name="connsiteX2" fmla="*/ 6572250 w 6572250"/>
              <a:gd name="connsiteY2" fmla="*/ 6857999 h 6857999"/>
              <a:gd name="connsiteX3" fmla="*/ 0 w 6572250"/>
              <a:gd name="connsiteY3" fmla="*/ 6857999 h 6857999"/>
              <a:gd name="connsiteX4" fmla="*/ 2895599 w 6572250"/>
              <a:gd name="connsiteY4" fmla="*/ 3638550 h 6857999"/>
              <a:gd name="connsiteX5" fmla="*/ 3562350 w 6572250"/>
              <a:gd name="connsiteY5" fmla="*/ 0 h 6857999"/>
              <a:gd name="connsiteX0" fmla="*/ 3562350 w 6572250"/>
              <a:gd name="connsiteY0" fmla="*/ 0 h 6857999"/>
              <a:gd name="connsiteX1" fmla="*/ 6572250 w 6572250"/>
              <a:gd name="connsiteY1" fmla="*/ 0 h 6857999"/>
              <a:gd name="connsiteX2" fmla="*/ 6572250 w 6572250"/>
              <a:gd name="connsiteY2" fmla="*/ 6857999 h 6857999"/>
              <a:gd name="connsiteX3" fmla="*/ 0 w 6572250"/>
              <a:gd name="connsiteY3" fmla="*/ 6857999 h 6857999"/>
              <a:gd name="connsiteX4" fmla="*/ 2895599 w 6572250"/>
              <a:gd name="connsiteY4" fmla="*/ 3638550 h 6857999"/>
              <a:gd name="connsiteX5" fmla="*/ 3562350 w 6572250"/>
              <a:gd name="connsiteY5" fmla="*/ 0 h 6857999"/>
              <a:gd name="connsiteX0" fmla="*/ 3562350 w 6572250"/>
              <a:gd name="connsiteY0" fmla="*/ 0 h 6857999"/>
              <a:gd name="connsiteX1" fmla="*/ 6572250 w 6572250"/>
              <a:gd name="connsiteY1" fmla="*/ 0 h 6857999"/>
              <a:gd name="connsiteX2" fmla="*/ 6572250 w 6572250"/>
              <a:gd name="connsiteY2" fmla="*/ 6857999 h 6857999"/>
              <a:gd name="connsiteX3" fmla="*/ 0 w 6572250"/>
              <a:gd name="connsiteY3" fmla="*/ 6857999 h 6857999"/>
              <a:gd name="connsiteX4" fmla="*/ 2886074 w 6572250"/>
              <a:gd name="connsiteY4" fmla="*/ 3629025 h 6857999"/>
              <a:gd name="connsiteX5" fmla="*/ 3562350 w 6572250"/>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72250" h="6857999">
                <a:moveTo>
                  <a:pt x="3562350" y="0"/>
                </a:moveTo>
                <a:lnTo>
                  <a:pt x="6572250" y="0"/>
                </a:lnTo>
                <a:lnTo>
                  <a:pt x="6572250" y="6857999"/>
                </a:lnTo>
                <a:lnTo>
                  <a:pt x="0" y="6857999"/>
                </a:lnTo>
                <a:cubicBezTo>
                  <a:pt x="1084262" y="6332537"/>
                  <a:pt x="2387599" y="4791075"/>
                  <a:pt x="2886074" y="3629025"/>
                </a:cubicBezTo>
                <a:cubicBezTo>
                  <a:pt x="3384549" y="2466975"/>
                  <a:pt x="3617912" y="1036638"/>
                  <a:pt x="3562350" y="0"/>
                </a:cubicBezTo>
                <a:close/>
              </a:path>
            </a:pathLst>
          </a:custGeom>
          <a:solidFill>
            <a:schemeClr val="accent6">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653404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5B970A-1A12-46D5-8B0E-08C81D74A2D6}"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grpSp>
        <p:nvGrpSpPr>
          <p:cNvPr id="7" name="Group 6"/>
          <p:cNvGrpSpPr/>
          <p:nvPr userDrawn="1"/>
        </p:nvGrpSpPr>
        <p:grpSpPr>
          <a:xfrm>
            <a:off x="10648324" y="403223"/>
            <a:ext cx="1331732" cy="566736"/>
            <a:chOff x="2752725" y="180975"/>
            <a:chExt cx="2009775" cy="855286"/>
          </a:xfrm>
        </p:grpSpPr>
        <p:sp>
          <p:nvSpPr>
            <p:cNvPr id="8" name="Rounded Rectangle 7"/>
            <p:cNvSpPr/>
            <p:nvPr userDrawn="1"/>
          </p:nvSpPr>
          <p:spPr>
            <a:xfrm>
              <a:off x="2752725" y="180975"/>
              <a:ext cx="2009775" cy="85528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p:cNvPicPr>
            <p:nvPr userDrawn="1"/>
          </p:nvPicPr>
          <p:blipFill>
            <a:blip r:embed="rId2"/>
            <a:stretch>
              <a:fillRect/>
            </a:stretch>
          </p:blipFill>
          <p:spPr>
            <a:xfrm>
              <a:off x="2840260" y="264528"/>
              <a:ext cx="1834703" cy="667165"/>
            </a:xfrm>
            <a:prstGeom prst="rect">
              <a:avLst/>
            </a:prstGeom>
          </p:spPr>
        </p:pic>
      </p:grpSp>
      <p:sp>
        <p:nvSpPr>
          <p:cNvPr id="10" name="Rectangle 9"/>
          <p:cNvSpPr/>
          <p:nvPr userDrawn="1"/>
        </p:nvSpPr>
        <p:spPr>
          <a:xfrm>
            <a:off x="522366" y="1127875"/>
            <a:ext cx="382510" cy="894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userDrawn="1"/>
        </p:nvSpPr>
        <p:spPr>
          <a:xfrm>
            <a:off x="959877" y="1127875"/>
            <a:ext cx="382510" cy="8945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userDrawn="1"/>
        </p:nvSpPr>
        <p:spPr>
          <a:xfrm>
            <a:off x="1397388" y="1127875"/>
            <a:ext cx="7822812" cy="89455"/>
          </a:xfrm>
          <a:prstGeom prst="rect">
            <a:avLst/>
          </a:prstGeom>
          <a:gradFill flip="none" rotWithShape="1">
            <a:gsLst>
              <a:gs pos="0">
                <a:schemeClr val="accent3"/>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909032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45B970A-1A12-46D5-8B0E-08C81D74A2D6}"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447280" y="6356350"/>
            <a:ext cx="706120" cy="365125"/>
          </a:xfrm>
          <a:prstGeom prst="rect">
            <a:avLst/>
          </a:prstGeom>
        </p:spPr>
        <p:txBody>
          <a:bodyPr/>
          <a:lstStyle/>
          <a:p>
            <a:fld id="{E296E2B7-3C9A-4EA7-98A1-F88844A561CB}" type="slidenum">
              <a:rPr lang="en-US" smtClean="0"/>
              <a:t>‹#›</a:t>
            </a:fld>
            <a:endParaRPr lang="en-US"/>
          </a:p>
        </p:txBody>
      </p:sp>
      <p:grpSp>
        <p:nvGrpSpPr>
          <p:cNvPr id="7" name="Group 6"/>
          <p:cNvGrpSpPr/>
          <p:nvPr userDrawn="1"/>
        </p:nvGrpSpPr>
        <p:grpSpPr>
          <a:xfrm>
            <a:off x="257175" y="180975"/>
            <a:ext cx="2009775" cy="855286"/>
            <a:chOff x="2752725" y="180975"/>
            <a:chExt cx="2009775" cy="855286"/>
          </a:xfrm>
        </p:grpSpPr>
        <p:sp>
          <p:nvSpPr>
            <p:cNvPr id="8" name="Rounded Rectangle 7"/>
            <p:cNvSpPr/>
            <p:nvPr userDrawn="1"/>
          </p:nvSpPr>
          <p:spPr>
            <a:xfrm>
              <a:off x="2752725" y="180975"/>
              <a:ext cx="2009775" cy="85528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p:cNvPicPr>
            <p:nvPr userDrawn="1"/>
          </p:nvPicPr>
          <p:blipFill>
            <a:blip r:embed="rId2"/>
            <a:stretch>
              <a:fillRect/>
            </a:stretch>
          </p:blipFill>
          <p:spPr>
            <a:xfrm>
              <a:off x="2840260" y="264528"/>
              <a:ext cx="1834703" cy="667165"/>
            </a:xfrm>
            <a:prstGeom prst="rect">
              <a:avLst/>
            </a:prstGeom>
          </p:spPr>
        </p:pic>
      </p:grpSp>
    </p:spTree>
    <p:extLst>
      <p:ext uri="{BB962C8B-B14F-4D97-AF65-F5344CB8AC3E}">
        <p14:creationId xmlns:p14="http://schemas.microsoft.com/office/powerpoint/2010/main" val="30522857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53137" y="1466850"/>
            <a:ext cx="5181600" cy="47101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466850"/>
            <a:ext cx="5181600" cy="47101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5B970A-1A12-46D5-8B0E-08C81D74A2D6}"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447280" y="6356350"/>
            <a:ext cx="706120" cy="365125"/>
          </a:xfrm>
          <a:prstGeom prst="rect">
            <a:avLst/>
          </a:prstGeom>
        </p:spPr>
        <p:txBody>
          <a:bodyPr/>
          <a:lstStyle/>
          <a:p>
            <a:fld id="{E296E2B7-3C9A-4EA7-98A1-F88844A561CB}" type="slidenum">
              <a:rPr lang="en-US" smtClean="0"/>
              <a:t>‹#›</a:t>
            </a:fld>
            <a:endParaRPr lang="en-US"/>
          </a:p>
        </p:txBody>
      </p:sp>
      <p:sp>
        <p:nvSpPr>
          <p:cNvPr id="8" name="Rectangle 7"/>
          <p:cNvSpPr/>
          <p:nvPr userDrawn="1"/>
        </p:nvSpPr>
        <p:spPr>
          <a:xfrm>
            <a:off x="522366" y="1127875"/>
            <a:ext cx="382510" cy="894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userDrawn="1"/>
        </p:nvSpPr>
        <p:spPr>
          <a:xfrm>
            <a:off x="959877" y="1127875"/>
            <a:ext cx="382510" cy="8945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1397388" y="1127875"/>
            <a:ext cx="7822812" cy="89455"/>
          </a:xfrm>
          <a:prstGeom prst="rect">
            <a:avLst/>
          </a:prstGeom>
          <a:gradFill flip="none" rotWithShape="1">
            <a:gsLst>
              <a:gs pos="0">
                <a:schemeClr val="accent3"/>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p:cNvGrpSpPr/>
          <p:nvPr userDrawn="1"/>
        </p:nvGrpSpPr>
        <p:grpSpPr>
          <a:xfrm>
            <a:off x="10648324" y="403223"/>
            <a:ext cx="1331732" cy="566736"/>
            <a:chOff x="2752725" y="180975"/>
            <a:chExt cx="2009775" cy="855286"/>
          </a:xfrm>
        </p:grpSpPr>
        <p:sp>
          <p:nvSpPr>
            <p:cNvPr id="12" name="Rounded Rectangle 11"/>
            <p:cNvSpPr/>
            <p:nvPr userDrawn="1"/>
          </p:nvSpPr>
          <p:spPr>
            <a:xfrm>
              <a:off x="2752725" y="180975"/>
              <a:ext cx="2009775" cy="85528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p:cNvPicPr>
              <a:picLocks noChangeAspect="1"/>
            </p:cNvPicPr>
            <p:nvPr userDrawn="1"/>
          </p:nvPicPr>
          <p:blipFill>
            <a:blip r:embed="rId2"/>
            <a:stretch>
              <a:fillRect/>
            </a:stretch>
          </p:blipFill>
          <p:spPr>
            <a:xfrm>
              <a:off x="2840260" y="264528"/>
              <a:ext cx="1834703" cy="667165"/>
            </a:xfrm>
            <a:prstGeom prst="rect">
              <a:avLst/>
            </a:prstGeom>
          </p:spPr>
        </p:pic>
      </p:grpSp>
    </p:spTree>
    <p:extLst>
      <p:ext uri="{BB962C8B-B14F-4D97-AF65-F5344CB8AC3E}">
        <p14:creationId xmlns:p14="http://schemas.microsoft.com/office/powerpoint/2010/main" val="26979732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5B970A-1A12-46D5-8B0E-08C81D74A2D6}" type="datetimeFigureOut">
              <a:rPr lang="en-US" smtClean="0"/>
              <a:t>9/16/2026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7447280" y="6356350"/>
            <a:ext cx="706120" cy="365125"/>
          </a:xfrm>
          <a:prstGeom prst="rect">
            <a:avLst/>
          </a:prstGeom>
        </p:spPr>
        <p:txBody>
          <a:bodyPr/>
          <a:lstStyle/>
          <a:p>
            <a:fld id="{E296E2B7-3C9A-4EA7-98A1-F88844A561CB}" type="slidenum">
              <a:rPr lang="en-US" smtClean="0"/>
              <a:t>‹#›</a:t>
            </a:fld>
            <a:endParaRPr lang="en-US"/>
          </a:p>
        </p:txBody>
      </p:sp>
      <p:sp>
        <p:nvSpPr>
          <p:cNvPr id="6" name="Rectangle 5"/>
          <p:cNvSpPr/>
          <p:nvPr userDrawn="1"/>
        </p:nvSpPr>
        <p:spPr>
          <a:xfrm>
            <a:off x="522366" y="1127875"/>
            <a:ext cx="382510" cy="894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userDrawn="1"/>
        </p:nvSpPr>
        <p:spPr>
          <a:xfrm>
            <a:off x="959877" y="1127875"/>
            <a:ext cx="382510" cy="8945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1397388" y="1127875"/>
            <a:ext cx="7822812" cy="89455"/>
          </a:xfrm>
          <a:prstGeom prst="rect">
            <a:avLst/>
          </a:prstGeom>
          <a:gradFill flip="none" rotWithShape="1">
            <a:gsLst>
              <a:gs pos="0">
                <a:schemeClr val="accent3"/>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p:nvPr userDrawn="1"/>
        </p:nvGrpSpPr>
        <p:grpSpPr>
          <a:xfrm>
            <a:off x="10648324" y="403223"/>
            <a:ext cx="1331732" cy="566736"/>
            <a:chOff x="2752725" y="180975"/>
            <a:chExt cx="2009775" cy="855286"/>
          </a:xfrm>
        </p:grpSpPr>
        <p:sp>
          <p:nvSpPr>
            <p:cNvPr id="10" name="Rounded Rectangle 9"/>
            <p:cNvSpPr/>
            <p:nvPr userDrawn="1"/>
          </p:nvSpPr>
          <p:spPr>
            <a:xfrm>
              <a:off x="2752725" y="180975"/>
              <a:ext cx="2009775" cy="85528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p:cNvPicPr>
              <a:picLocks noChangeAspect="1"/>
            </p:cNvPicPr>
            <p:nvPr userDrawn="1"/>
          </p:nvPicPr>
          <p:blipFill>
            <a:blip r:embed="rId2"/>
            <a:stretch>
              <a:fillRect/>
            </a:stretch>
          </p:blipFill>
          <p:spPr>
            <a:xfrm>
              <a:off x="2840260" y="264528"/>
              <a:ext cx="1834703" cy="667165"/>
            </a:xfrm>
            <a:prstGeom prst="rect">
              <a:avLst/>
            </a:prstGeom>
          </p:spPr>
        </p:pic>
      </p:grpSp>
    </p:spTree>
    <p:extLst>
      <p:ext uri="{BB962C8B-B14F-4D97-AF65-F5344CB8AC3E}">
        <p14:creationId xmlns:p14="http://schemas.microsoft.com/office/powerpoint/2010/main" val="12298713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5B970A-1A12-46D5-8B0E-08C81D74A2D6}" type="datetimeFigureOut">
              <a:rPr lang="en-US" smtClean="0"/>
              <a:t>9/16/2026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7447280" y="6356350"/>
            <a:ext cx="706120" cy="365125"/>
          </a:xfrm>
          <a:prstGeom prst="rect">
            <a:avLst/>
          </a:prstGeom>
        </p:spPr>
        <p:txBody>
          <a:bodyPr/>
          <a:lstStyle/>
          <a:p>
            <a:fld id="{E296E2B7-3C9A-4EA7-98A1-F88844A561CB}" type="slidenum">
              <a:rPr lang="en-US" smtClean="0"/>
              <a:t>‹#›</a:t>
            </a:fld>
            <a:endParaRPr lang="en-US"/>
          </a:p>
        </p:txBody>
      </p:sp>
      <p:grpSp>
        <p:nvGrpSpPr>
          <p:cNvPr id="5" name="Group 4"/>
          <p:cNvGrpSpPr/>
          <p:nvPr userDrawn="1"/>
        </p:nvGrpSpPr>
        <p:grpSpPr>
          <a:xfrm>
            <a:off x="10648324" y="403223"/>
            <a:ext cx="1331732" cy="566736"/>
            <a:chOff x="2752725" y="180975"/>
            <a:chExt cx="2009775" cy="855286"/>
          </a:xfrm>
        </p:grpSpPr>
        <p:sp>
          <p:nvSpPr>
            <p:cNvPr id="6" name="Rounded Rectangle 5"/>
            <p:cNvSpPr/>
            <p:nvPr userDrawn="1"/>
          </p:nvSpPr>
          <p:spPr>
            <a:xfrm>
              <a:off x="2752725" y="180975"/>
              <a:ext cx="2009775" cy="85528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userDrawn="1"/>
          </p:nvPicPr>
          <p:blipFill>
            <a:blip r:embed="rId2"/>
            <a:stretch>
              <a:fillRect/>
            </a:stretch>
          </p:blipFill>
          <p:spPr>
            <a:xfrm>
              <a:off x="2840260" y="264528"/>
              <a:ext cx="1834703" cy="667165"/>
            </a:xfrm>
            <a:prstGeom prst="rect">
              <a:avLst/>
            </a:prstGeom>
          </p:spPr>
        </p:pic>
      </p:grpSp>
    </p:spTree>
    <p:extLst>
      <p:ext uri="{BB962C8B-B14F-4D97-AF65-F5344CB8AC3E}">
        <p14:creationId xmlns:p14="http://schemas.microsoft.com/office/powerpoint/2010/main" val="10127792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lide with Pictur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5B970A-1A12-46D5-8B0E-08C81D74A2D6}" type="datetimeFigureOut">
              <a:rPr lang="en-US" smtClean="0"/>
              <a:t>9/16/2026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296E2B7-3C9A-4EA7-98A1-F88844A561CB}" type="slidenum">
              <a:rPr lang="en-US" smtClean="0"/>
              <a:t>‹#›</a:t>
            </a:fld>
            <a:endParaRPr lang="en-US"/>
          </a:p>
        </p:txBody>
      </p:sp>
      <p:sp>
        <p:nvSpPr>
          <p:cNvPr id="6" name="Rectangle 5"/>
          <p:cNvSpPr/>
          <p:nvPr userDrawn="1"/>
        </p:nvSpPr>
        <p:spPr>
          <a:xfrm>
            <a:off x="522366" y="1127875"/>
            <a:ext cx="382510" cy="894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userDrawn="1"/>
        </p:nvSpPr>
        <p:spPr>
          <a:xfrm>
            <a:off x="959877" y="1127875"/>
            <a:ext cx="382510" cy="8945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1397388" y="1127875"/>
            <a:ext cx="7822812" cy="89455"/>
          </a:xfrm>
          <a:prstGeom prst="rect">
            <a:avLst/>
          </a:prstGeom>
          <a:gradFill flip="none" rotWithShape="1">
            <a:gsLst>
              <a:gs pos="0">
                <a:schemeClr val="accent3"/>
              </a:gs>
              <a:gs pos="100000">
                <a:schemeClr val="accent1"/>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p:nvPr userDrawn="1"/>
        </p:nvGrpSpPr>
        <p:grpSpPr>
          <a:xfrm>
            <a:off x="10648324" y="403223"/>
            <a:ext cx="1331732" cy="566736"/>
            <a:chOff x="2752725" y="180975"/>
            <a:chExt cx="2009775" cy="855286"/>
          </a:xfrm>
        </p:grpSpPr>
        <p:sp>
          <p:nvSpPr>
            <p:cNvPr id="10" name="Rounded Rectangle 9"/>
            <p:cNvSpPr/>
            <p:nvPr userDrawn="1"/>
          </p:nvSpPr>
          <p:spPr>
            <a:xfrm>
              <a:off x="2752725" y="180975"/>
              <a:ext cx="2009775" cy="85528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p:cNvPicPr>
              <a:picLocks noChangeAspect="1"/>
            </p:cNvPicPr>
            <p:nvPr userDrawn="1"/>
          </p:nvPicPr>
          <p:blipFill>
            <a:blip r:embed="rId2"/>
            <a:stretch>
              <a:fillRect/>
            </a:stretch>
          </p:blipFill>
          <p:spPr>
            <a:xfrm>
              <a:off x="2840260" y="264528"/>
              <a:ext cx="1834703" cy="667165"/>
            </a:xfrm>
            <a:prstGeom prst="rect">
              <a:avLst/>
            </a:prstGeom>
          </p:spPr>
        </p:pic>
      </p:grpSp>
      <p:sp>
        <p:nvSpPr>
          <p:cNvPr id="12" name="Content Placeholder 2"/>
          <p:cNvSpPr>
            <a:spLocks noGrp="1"/>
          </p:cNvSpPr>
          <p:nvPr>
            <p:ph sz="half" idx="1"/>
          </p:nvPr>
        </p:nvSpPr>
        <p:spPr>
          <a:xfrm>
            <a:off x="353137" y="1466850"/>
            <a:ext cx="5181600" cy="47101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13"/>
          <p:cNvSpPr>
            <a:spLocks noGrp="1"/>
          </p:cNvSpPr>
          <p:nvPr>
            <p:ph type="pic" sz="quarter" idx="13"/>
          </p:nvPr>
        </p:nvSpPr>
        <p:spPr>
          <a:xfrm>
            <a:off x="5654675" y="1466850"/>
            <a:ext cx="5699125" cy="4710113"/>
          </a:xfrm>
        </p:spPr>
        <p:txBody>
          <a:bodyPr/>
          <a:lstStyle/>
          <a:p>
            <a:endParaRPr lang="en-US"/>
          </a:p>
        </p:txBody>
      </p:sp>
    </p:spTree>
    <p:extLst>
      <p:ext uri="{BB962C8B-B14F-4D97-AF65-F5344CB8AC3E}">
        <p14:creationId xmlns:p14="http://schemas.microsoft.com/office/powerpoint/2010/main" val="32884568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379538"/>
            <a:ext cx="1125855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0" y="3859213"/>
            <a:ext cx="1125855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BCBC2694-F65A-4E6E-BDEA-8E952A6BD758}" type="datetimeFigureOut">
              <a:rPr lang="en-US" smtClean="0"/>
              <a:t>9/16/2026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EC7A2321-2EF7-43CC-BE09-0CD702675CF1}" type="slidenum">
              <a:rPr lang="en-US" smtClean="0"/>
              <a:t>‹#›</a:t>
            </a:fld>
            <a:endParaRPr lang="en-US"/>
          </a:p>
        </p:txBody>
      </p:sp>
      <p:pic>
        <p:nvPicPr>
          <p:cNvPr id="8" name="Picture 7"/>
          <p:cNvPicPr>
            <a:picLocks noChangeAspect="1"/>
          </p:cNvPicPr>
          <p:nvPr userDrawn="1"/>
        </p:nvPicPr>
        <p:blipFill>
          <a:blip r:embed="rId2"/>
          <a:stretch>
            <a:fillRect/>
          </a:stretch>
        </p:blipFill>
        <p:spPr>
          <a:xfrm>
            <a:off x="376872" y="159961"/>
            <a:ext cx="1834703" cy="667165"/>
          </a:xfrm>
          <a:prstGeom prst="rect">
            <a:avLst/>
          </a:prstGeom>
        </p:spPr>
      </p:pic>
      <p:pic>
        <p:nvPicPr>
          <p:cNvPr id="9" name="Picture 8"/>
          <p:cNvPicPr>
            <a:picLocks noChangeAspect="1"/>
          </p:cNvPicPr>
          <p:nvPr userDrawn="1"/>
        </p:nvPicPr>
        <p:blipFill>
          <a:blip r:embed="rId3"/>
          <a:stretch>
            <a:fillRect/>
          </a:stretch>
        </p:blipFill>
        <p:spPr>
          <a:xfrm>
            <a:off x="2209799" y="99815"/>
            <a:ext cx="5857875" cy="874310"/>
          </a:xfrm>
          <a:prstGeom prst="rect">
            <a:avLst/>
          </a:prstGeom>
        </p:spPr>
      </p:pic>
      <p:cxnSp>
        <p:nvCxnSpPr>
          <p:cNvPr id="11" name="Straight Connector 10"/>
          <p:cNvCxnSpPr/>
          <p:nvPr userDrawn="1"/>
        </p:nvCxnSpPr>
        <p:spPr>
          <a:xfrm>
            <a:off x="0" y="974125"/>
            <a:ext cx="12192000" cy="0"/>
          </a:xfrm>
          <a:prstGeom prst="line">
            <a:avLst/>
          </a:prstGeom>
          <a:ln w="444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84813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Title 1"/>
          <p:cNvSpPr>
            <a:spLocks noGrp="1"/>
          </p:cNvSpPr>
          <p:nvPr>
            <p:ph type="ctrTitle"/>
          </p:nvPr>
        </p:nvSpPr>
        <p:spPr>
          <a:xfrm>
            <a:off x="0" y="1376363"/>
            <a:ext cx="12192000" cy="2387600"/>
          </a:xfrm>
        </p:spPr>
        <p:txBody>
          <a:bodyPr anchor="b"/>
          <a:lstStyle>
            <a:lvl1pPr algn="ctr">
              <a:defRPr sz="6000" b="1">
                <a:solidFill>
                  <a:schemeClr val="accent1"/>
                </a:solidFill>
              </a:defRPr>
            </a:lvl1pPr>
          </a:lstStyle>
          <a:p>
            <a:r>
              <a:rPr lang="en-US"/>
              <a:t>Click to edit Master title style</a:t>
            </a:r>
          </a:p>
        </p:txBody>
      </p:sp>
      <p:sp>
        <p:nvSpPr>
          <p:cNvPr id="8" name="Subtitle 2"/>
          <p:cNvSpPr>
            <a:spLocks noGrp="1"/>
          </p:cNvSpPr>
          <p:nvPr>
            <p:ph type="subTitle" idx="1"/>
          </p:nvPr>
        </p:nvSpPr>
        <p:spPr>
          <a:xfrm>
            <a:off x="0" y="3856038"/>
            <a:ext cx="12192000" cy="1655762"/>
          </a:xfrm>
        </p:spPr>
        <p:txBody>
          <a:bodyPr/>
          <a:lstStyle>
            <a:lvl1pPr marL="0" indent="0" algn="ctr">
              <a:buNone/>
              <a:defRPr sz="240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grpSp>
        <p:nvGrpSpPr>
          <p:cNvPr id="9" name="Group 8"/>
          <p:cNvGrpSpPr/>
          <p:nvPr userDrawn="1"/>
        </p:nvGrpSpPr>
        <p:grpSpPr>
          <a:xfrm>
            <a:off x="5091112" y="180975"/>
            <a:ext cx="2009775" cy="855286"/>
            <a:chOff x="2752725" y="180975"/>
            <a:chExt cx="2009775" cy="855286"/>
          </a:xfrm>
        </p:grpSpPr>
        <p:sp>
          <p:nvSpPr>
            <p:cNvPr id="10" name="Rounded Rectangle 9"/>
            <p:cNvSpPr/>
            <p:nvPr userDrawn="1"/>
          </p:nvSpPr>
          <p:spPr>
            <a:xfrm>
              <a:off x="2752725" y="180975"/>
              <a:ext cx="2009775" cy="85528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p:cNvPicPr>
              <a:picLocks noChangeAspect="1"/>
            </p:cNvPicPr>
            <p:nvPr userDrawn="1"/>
          </p:nvPicPr>
          <p:blipFill>
            <a:blip r:embed="rId2"/>
            <a:stretch>
              <a:fillRect/>
            </a:stretch>
          </p:blipFill>
          <p:spPr>
            <a:xfrm>
              <a:off x="2840260" y="264528"/>
              <a:ext cx="1834703" cy="667165"/>
            </a:xfrm>
            <a:prstGeom prst="rect">
              <a:avLst/>
            </a:prstGeom>
          </p:spPr>
        </p:pic>
      </p:grpSp>
    </p:spTree>
    <p:extLst>
      <p:ext uri="{BB962C8B-B14F-4D97-AF65-F5344CB8AC3E}">
        <p14:creationId xmlns:p14="http://schemas.microsoft.com/office/powerpoint/2010/main" val="6106811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1"/>
          <p:cNvSpPr>
            <a:spLocks noGrp="1"/>
          </p:cNvSpPr>
          <p:nvPr>
            <p:ph type="title"/>
          </p:nvPr>
        </p:nvSpPr>
        <p:spPr>
          <a:xfrm>
            <a:off x="353137" y="296860"/>
            <a:ext cx="11000663" cy="779462"/>
          </a:xfrm>
        </p:spPr>
        <p:txBody>
          <a:bodyPr/>
          <a:lstStyle/>
          <a:p>
            <a:r>
              <a:rPr lang="en-US"/>
              <a:t>Click to edit Master title style</a:t>
            </a:r>
          </a:p>
        </p:txBody>
      </p:sp>
      <p:sp>
        <p:nvSpPr>
          <p:cNvPr id="8" name="Content Placeholder 2"/>
          <p:cNvSpPr>
            <a:spLocks noGrp="1"/>
          </p:cNvSpPr>
          <p:nvPr>
            <p:ph idx="1"/>
          </p:nvPr>
        </p:nvSpPr>
        <p:spPr>
          <a:xfrm>
            <a:off x="353137" y="1530985"/>
            <a:ext cx="10961053" cy="4688839"/>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3"/>
          <p:cNvSpPr>
            <a:spLocks noGrp="1"/>
          </p:cNvSpPr>
          <p:nvPr>
            <p:ph type="dt" sz="half" idx="10"/>
          </p:nvPr>
        </p:nvSpPr>
        <p:spPr>
          <a:xfrm>
            <a:off x="179465" y="6356350"/>
            <a:ext cx="1640045" cy="365125"/>
          </a:xfrm>
        </p:spPr>
        <p:txBody>
          <a:bodyPr/>
          <a:lstStyle>
            <a:lvl1pPr>
              <a:defRPr>
                <a:solidFill>
                  <a:schemeClr val="tx2"/>
                </a:solidFill>
              </a:defRPr>
            </a:lvl1pPr>
          </a:lstStyle>
          <a:p>
            <a:fld id="{845B970A-1A12-46D5-8B0E-08C81D74A2D6}" type="datetimeFigureOut">
              <a:rPr lang="en-US" smtClean="0"/>
              <a:pPr/>
              <a:t>9/16/2026</a:t>
            </a:fld>
            <a:endParaRPr lang="en-US"/>
          </a:p>
        </p:txBody>
      </p:sp>
      <p:sp>
        <p:nvSpPr>
          <p:cNvPr id="10" name="Footer Placeholder 4"/>
          <p:cNvSpPr>
            <a:spLocks noGrp="1"/>
          </p:cNvSpPr>
          <p:nvPr>
            <p:ph type="ftr" sz="quarter" idx="11"/>
          </p:nvPr>
        </p:nvSpPr>
        <p:spPr>
          <a:xfrm>
            <a:off x="1891107" y="6356350"/>
            <a:ext cx="7777252" cy="365125"/>
          </a:xfrm>
        </p:spPr>
        <p:txBody>
          <a:bodyPr/>
          <a:lstStyle>
            <a:lvl1pPr>
              <a:defRPr>
                <a:solidFill>
                  <a:schemeClr val="tx2"/>
                </a:solidFill>
              </a:defRPr>
            </a:lvl1pPr>
          </a:lstStyle>
          <a:p>
            <a:endParaRPr lang="en-US"/>
          </a:p>
        </p:txBody>
      </p:sp>
      <p:grpSp>
        <p:nvGrpSpPr>
          <p:cNvPr id="11" name="Group 10"/>
          <p:cNvGrpSpPr/>
          <p:nvPr userDrawn="1"/>
        </p:nvGrpSpPr>
        <p:grpSpPr>
          <a:xfrm>
            <a:off x="10648324" y="403223"/>
            <a:ext cx="1331732" cy="566736"/>
            <a:chOff x="2752725" y="180975"/>
            <a:chExt cx="2009775" cy="855286"/>
          </a:xfrm>
        </p:grpSpPr>
        <p:sp>
          <p:nvSpPr>
            <p:cNvPr id="12" name="Rounded Rectangle 11"/>
            <p:cNvSpPr/>
            <p:nvPr userDrawn="1"/>
          </p:nvSpPr>
          <p:spPr>
            <a:xfrm>
              <a:off x="2752725" y="180975"/>
              <a:ext cx="2009775" cy="85528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p:cNvPicPr>
              <a:picLocks noChangeAspect="1"/>
            </p:cNvPicPr>
            <p:nvPr userDrawn="1"/>
          </p:nvPicPr>
          <p:blipFill>
            <a:blip r:embed="rId2"/>
            <a:stretch>
              <a:fillRect/>
            </a:stretch>
          </p:blipFill>
          <p:spPr>
            <a:xfrm>
              <a:off x="2840260" y="264528"/>
              <a:ext cx="1834703" cy="667165"/>
            </a:xfrm>
            <a:prstGeom prst="rect">
              <a:avLst/>
            </a:prstGeom>
          </p:spPr>
        </p:pic>
      </p:grpSp>
      <p:sp>
        <p:nvSpPr>
          <p:cNvPr id="14" name="Rectangle 13"/>
          <p:cNvSpPr/>
          <p:nvPr userDrawn="1"/>
        </p:nvSpPr>
        <p:spPr>
          <a:xfrm>
            <a:off x="522366" y="1127875"/>
            <a:ext cx="382510" cy="894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userDrawn="1"/>
        </p:nvSpPr>
        <p:spPr>
          <a:xfrm>
            <a:off x="959877" y="1127875"/>
            <a:ext cx="382510" cy="8945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userDrawn="1"/>
        </p:nvSpPr>
        <p:spPr>
          <a:xfrm>
            <a:off x="1397388" y="1127875"/>
            <a:ext cx="7822812" cy="89455"/>
          </a:xfrm>
          <a:prstGeom prst="rect">
            <a:avLst/>
          </a:prstGeom>
          <a:gradFill flip="none" rotWithShape="1">
            <a:gsLst>
              <a:gs pos="0">
                <a:schemeClr val="bg1"/>
              </a:gs>
              <a:gs pos="10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Slide Number Placeholder 4"/>
          <p:cNvSpPr>
            <a:spLocks noGrp="1"/>
          </p:cNvSpPr>
          <p:nvPr>
            <p:ph type="sldNum" sz="quarter" idx="12"/>
          </p:nvPr>
        </p:nvSpPr>
        <p:spPr>
          <a:xfrm>
            <a:off x="11485880" y="6356350"/>
            <a:ext cx="706120" cy="365125"/>
          </a:xfrm>
        </p:spPr>
        <p:txBody>
          <a:bodyPr/>
          <a:lstStyle/>
          <a:p>
            <a:fld id="{E296E2B7-3C9A-4EA7-98A1-F88844A561CB}" type="slidenum">
              <a:rPr lang="en-US" smtClean="0"/>
              <a:pPr/>
              <a:t>‹#›</a:t>
            </a:fld>
            <a:endParaRPr lang="en-US"/>
          </a:p>
        </p:txBody>
      </p:sp>
    </p:spTree>
    <p:extLst>
      <p:ext uri="{BB962C8B-B14F-4D97-AF65-F5344CB8AC3E}">
        <p14:creationId xmlns:p14="http://schemas.microsoft.com/office/powerpoint/2010/main" val="823869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solidFill>
                  <a:schemeClr val="tx2"/>
                </a:solidFill>
              </a:defRPr>
            </a:lvl1pPr>
          </a:lstStyle>
          <a:p>
            <a:fld id="{845B970A-1A12-46D5-8B0E-08C81D74A2D6}" type="datetimeFigureOut">
              <a:rPr lang="en-US" smtClean="0"/>
              <a:pPr/>
              <a:t>9/16/2026</a:t>
            </a:fld>
            <a:endParaRPr lang="en-US"/>
          </a:p>
        </p:txBody>
      </p:sp>
      <p:sp>
        <p:nvSpPr>
          <p:cNvPr id="4" name="Footer Placeholder 3"/>
          <p:cNvSpPr>
            <a:spLocks noGrp="1"/>
          </p:cNvSpPr>
          <p:nvPr>
            <p:ph type="ftr" sz="quarter" idx="11"/>
          </p:nvPr>
        </p:nvSpPr>
        <p:spPr/>
        <p:txBody>
          <a:bodyPr/>
          <a:lstStyle>
            <a:lvl1pPr>
              <a:defRPr>
                <a:solidFill>
                  <a:schemeClr val="tx2"/>
                </a:solidFill>
              </a:defRPr>
            </a:lvl1pPr>
          </a:lstStyle>
          <a:p>
            <a:endParaRPr lang="en-US"/>
          </a:p>
        </p:txBody>
      </p:sp>
      <p:sp>
        <p:nvSpPr>
          <p:cNvPr id="5" name="Slide Number Placeholder 4"/>
          <p:cNvSpPr>
            <a:spLocks noGrp="1"/>
          </p:cNvSpPr>
          <p:nvPr>
            <p:ph type="sldNum" sz="quarter" idx="12"/>
          </p:nvPr>
        </p:nvSpPr>
        <p:spPr/>
        <p:txBody>
          <a:bodyPr/>
          <a:lstStyle/>
          <a:p>
            <a:fld id="{E296E2B7-3C9A-4EA7-98A1-F88844A561CB}" type="slidenum">
              <a:rPr lang="en-US" smtClean="0"/>
              <a:pPr/>
              <a:t>‹#›</a:t>
            </a:fld>
            <a:endParaRPr lang="en-US"/>
          </a:p>
        </p:txBody>
      </p:sp>
      <p:grpSp>
        <p:nvGrpSpPr>
          <p:cNvPr id="6" name="Group 5"/>
          <p:cNvGrpSpPr/>
          <p:nvPr userDrawn="1"/>
        </p:nvGrpSpPr>
        <p:grpSpPr>
          <a:xfrm>
            <a:off x="10820014" y="403223"/>
            <a:ext cx="1331732" cy="566736"/>
            <a:chOff x="2752725" y="180975"/>
            <a:chExt cx="2009775" cy="855286"/>
          </a:xfrm>
        </p:grpSpPr>
        <p:sp>
          <p:nvSpPr>
            <p:cNvPr id="7" name="Rounded Rectangle 6"/>
            <p:cNvSpPr/>
            <p:nvPr userDrawn="1"/>
          </p:nvSpPr>
          <p:spPr>
            <a:xfrm>
              <a:off x="2752725" y="180975"/>
              <a:ext cx="2009775" cy="85528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userDrawn="1"/>
          </p:nvPicPr>
          <p:blipFill>
            <a:blip r:embed="rId2"/>
            <a:stretch>
              <a:fillRect/>
            </a:stretch>
          </p:blipFill>
          <p:spPr>
            <a:xfrm>
              <a:off x="2840260" y="264528"/>
              <a:ext cx="1834703" cy="667165"/>
            </a:xfrm>
            <a:prstGeom prst="rect">
              <a:avLst/>
            </a:prstGeom>
          </p:spPr>
        </p:pic>
      </p:grpSp>
      <p:sp>
        <p:nvSpPr>
          <p:cNvPr id="9" name="Rectangle 8"/>
          <p:cNvSpPr/>
          <p:nvPr userDrawn="1"/>
        </p:nvSpPr>
        <p:spPr>
          <a:xfrm>
            <a:off x="522366" y="1127875"/>
            <a:ext cx="382510" cy="894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959877" y="1127875"/>
            <a:ext cx="382510" cy="8945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userDrawn="1"/>
        </p:nvSpPr>
        <p:spPr>
          <a:xfrm>
            <a:off x="1397388" y="1127875"/>
            <a:ext cx="7822812" cy="89455"/>
          </a:xfrm>
          <a:prstGeom prst="rect">
            <a:avLst/>
          </a:prstGeom>
          <a:gradFill flip="none" rotWithShape="1">
            <a:gsLst>
              <a:gs pos="0">
                <a:schemeClr val="bg1"/>
              </a:gs>
              <a:gs pos="10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877250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lvl1pPr>
              <a:defRPr>
                <a:solidFill>
                  <a:schemeClr val="tx2"/>
                </a:solidFill>
              </a:defRPr>
            </a:lvl1pPr>
          </a:lstStyle>
          <a:p>
            <a:fld id="{845B970A-1A12-46D5-8B0E-08C81D74A2D6}" type="datetimeFigureOut">
              <a:rPr lang="en-US" smtClean="0"/>
              <a:pPr/>
              <a:t>9/16/2026</a:t>
            </a:fld>
            <a:endParaRPr lang="en-US"/>
          </a:p>
        </p:txBody>
      </p:sp>
      <p:sp>
        <p:nvSpPr>
          <p:cNvPr id="4" name="Footer Placeholder 3"/>
          <p:cNvSpPr>
            <a:spLocks noGrp="1"/>
          </p:cNvSpPr>
          <p:nvPr>
            <p:ph type="ftr" sz="quarter" idx="11"/>
          </p:nvPr>
        </p:nvSpPr>
        <p:spPr/>
        <p:txBody>
          <a:bodyPr/>
          <a:lstStyle>
            <a:lvl1pPr>
              <a:defRPr>
                <a:solidFill>
                  <a:schemeClr val="tx2"/>
                </a:solidFill>
              </a:defRPr>
            </a:lvl1pPr>
          </a:lstStyle>
          <a:p>
            <a:endParaRPr lang="en-US"/>
          </a:p>
        </p:txBody>
      </p:sp>
      <p:sp>
        <p:nvSpPr>
          <p:cNvPr id="5" name="Slide Number Placeholder 4"/>
          <p:cNvSpPr>
            <a:spLocks noGrp="1"/>
          </p:cNvSpPr>
          <p:nvPr>
            <p:ph type="sldNum" sz="quarter" idx="12"/>
          </p:nvPr>
        </p:nvSpPr>
        <p:spPr/>
        <p:txBody>
          <a:bodyPr/>
          <a:lstStyle/>
          <a:p>
            <a:fld id="{E296E2B7-3C9A-4EA7-98A1-F88844A561CB}" type="slidenum">
              <a:rPr lang="en-US" smtClean="0"/>
              <a:pPr/>
              <a:t>‹#›</a:t>
            </a:fld>
            <a:endParaRPr lang="en-US"/>
          </a:p>
        </p:txBody>
      </p:sp>
      <p:grpSp>
        <p:nvGrpSpPr>
          <p:cNvPr id="6" name="Group 5"/>
          <p:cNvGrpSpPr/>
          <p:nvPr userDrawn="1"/>
        </p:nvGrpSpPr>
        <p:grpSpPr>
          <a:xfrm>
            <a:off x="10820014" y="403223"/>
            <a:ext cx="1331732" cy="566736"/>
            <a:chOff x="2752725" y="180975"/>
            <a:chExt cx="2009775" cy="855286"/>
          </a:xfrm>
        </p:grpSpPr>
        <p:sp>
          <p:nvSpPr>
            <p:cNvPr id="7" name="Rounded Rectangle 6"/>
            <p:cNvSpPr/>
            <p:nvPr userDrawn="1"/>
          </p:nvSpPr>
          <p:spPr>
            <a:xfrm>
              <a:off x="2752725" y="180975"/>
              <a:ext cx="2009775" cy="85528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userDrawn="1"/>
          </p:nvPicPr>
          <p:blipFill>
            <a:blip r:embed="rId2"/>
            <a:stretch>
              <a:fillRect/>
            </a:stretch>
          </p:blipFill>
          <p:spPr>
            <a:xfrm>
              <a:off x="2840260" y="264528"/>
              <a:ext cx="1834703" cy="667165"/>
            </a:xfrm>
            <a:prstGeom prst="rect">
              <a:avLst/>
            </a:prstGeom>
          </p:spPr>
        </p:pic>
      </p:grpSp>
    </p:spTree>
    <p:extLst>
      <p:ext uri="{BB962C8B-B14F-4D97-AF65-F5344CB8AC3E}">
        <p14:creationId xmlns:p14="http://schemas.microsoft.com/office/powerpoint/2010/main" val="5756097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743" y="1501734"/>
            <a:ext cx="11661239"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246743" y="3981409"/>
            <a:ext cx="11661239"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7" name="Picture 6"/>
          <p:cNvPicPr>
            <a:picLocks noChangeAspect="1"/>
          </p:cNvPicPr>
          <p:nvPr userDrawn="1"/>
        </p:nvPicPr>
        <p:blipFill>
          <a:blip r:embed="rId2"/>
          <a:stretch>
            <a:fillRect/>
          </a:stretch>
        </p:blipFill>
        <p:spPr>
          <a:xfrm>
            <a:off x="1524000" y="216124"/>
            <a:ext cx="1834703" cy="667165"/>
          </a:xfrm>
          <a:prstGeom prst="rect">
            <a:avLst/>
          </a:prstGeom>
        </p:spPr>
      </p:pic>
      <p:pic>
        <p:nvPicPr>
          <p:cNvPr id="8" name="Picture 7"/>
          <p:cNvPicPr>
            <a:picLocks noChangeAspect="1"/>
          </p:cNvPicPr>
          <p:nvPr userDrawn="1"/>
        </p:nvPicPr>
        <p:blipFill>
          <a:blip r:embed="rId3"/>
          <a:stretch>
            <a:fillRect/>
          </a:stretch>
        </p:blipFill>
        <p:spPr>
          <a:xfrm>
            <a:off x="3356927" y="155978"/>
            <a:ext cx="5857875" cy="874310"/>
          </a:xfrm>
          <a:prstGeom prst="rect">
            <a:avLst/>
          </a:prstGeom>
        </p:spPr>
      </p:pic>
      <p:cxnSp>
        <p:nvCxnSpPr>
          <p:cNvPr id="10" name="Straight Connector 9"/>
          <p:cNvCxnSpPr/>
          <p:nvPr userDrawn="1"/>
        </p:nvCxnSpPr>
        <p:spPr>
          <a:xfrm>
            <a:off x="1524000" y="1030288"/>
            <a:ext cx="10668000" cy="0"/>
          </a:xfrm>
          <a:prstGeom prst="line">
            <a:avLst/>
          </a:prstGeom>
          <a:ln w="444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71304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Section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743" y="2281052"/>
            <a:ext cx="11661239"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246743" y="4760727"/>
            <a:ext cx="11661239"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7" name="Picture 6"/>
          <p:cNvPicPr>
            <a:picLocks noChangeAspect="1"/>
          </p:cNvPicPr>
          <p:nvPr userDrawn="1"/>
        </p:nvPicPr>
        <p:blipFill>
          <a:blip r:embed="rId2"/>
          <a:stretch>
            <a:fillRect/>
          </a:stretch>
        </p:blipFill>
        <p:spPr>
          <a:xfrm>
            <a:off x="5120279" y="184951"/>
            <a:ext cx="1834703" cy="667165"/>
          </a:xfrm>
          <a:prstGeom prst="rect">
            <a:avLst/>
          </a:prstGeom>
        </p:spPr>
      </p:pic>
    </p:spTree>
    <p:extLst>
      <p:ext uri="{BB962C8B-B14F-4D97-AF65-F5344CB8AC3E}">
        <p14:creationId xmlns:p14="http://schemas.microsoft.com/office/powerpoint/2010/main" val="109219197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Title 1"/>
          <p:cNvSpPr>
            <a:spLocks noGrp="1"/>
          </p:cNvSpPr>
          <p:nvPr>
            <p:ph type="title"/>
          </p:nvPr>
        </p:nvSpPr>
        <p:spPr>
          <a:xfrm>
            <a:off x="514355" y="296860"/>
            <a:ext cx="10231582" cy="779462"/>
          </a:xfrm>
        </p:spPr>
        <p:txBody>
          <a:bodyPr/>
          <a:lstStyle/>
          <a:p>
            <a:r>
              <a:rPr lang="en-US"/>
              <a:t>Click to edit Master title style</a:t>
            </a:r>
          </a:p>
        </p:txBody>
      </p:sp>
      <p:sp>
        <p:nvSpPr>
          <p:cNvPr id="11" name="Content Placeholder 2"/>
          <p:cNvSpPr>
            <a:spLocks noGrp="1"/>
          </p:cNvSpPr>
          <p:nvPr>
            <p:ph idx="1"/>
          </p:nvPr>
        </p:nvSpPr>
        <p:spPr>
          <a:xfrm>
            <a:off x="514355" y="1530985"/>
            <a:ext cx="10191972" cy="4688839"/>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Date Placeholder 3"/>
          <p:cNvSpPr>
            <a:spLocks noGrp="1"/>
          </p:cNvSpPr>
          <p:nvPr>
            <p:ph type="dt" sz="half" idx="10"/>
          </p:nvPr>
        </p:nvSpPr>
        <p:spPr>
          <a:xfrm>
            <a:off x="514355" y="6356350"/>
            <a:ext cx="1184566" cy="365125"/>
          </a:xfrm>
        </p:spPr>
        <p:txBody>
          <a:bodyPr/>
          <a:lstStyle>
            <a:lvl1pPr>
              <a:defRPr>
                <a:solidFill>
                  <a:schemeClr val="tx2"/>
                </a:solidFill>
              </a:defRPr>
            </a:lvl1pPr>
          </a:lstStyle>
          <a:p>
            <a:fld id="{845B970A-1A12-46D5-8B0E-08C81D74A2D6}" type="datetimeFigureOut">
              <a:rPr lang="en-US" smtClean="0"/>
              <a:pPr/>
              <a:t>9/16/2026</a:t>
            </a:fld>
            <a:endParaRPr lang="en-US"/>
          </a:p>
        </p:txBody>
      </p:sp>
      <p:sp>
        <p:nvSpPr>
          <p:cNvPr id="13" name="Footer Placeholder 4"/>
          <p:cNvSpPr>
            <a:spLocks noGrp="1"/>
          </p:cNvSpPr>
          <p:nvPr>
            <p:ph type="ftr" sz="quarter" idx="11"/>
          </p:nvPr>
        </p:nvSpPr>
        <p:spPr>
          <a:xfrm>
            <a:off x="1816100" y="6356350"/>
            <a:ext cx="7852259" cy="365125"/>
          </a:xfrm>
        </p:spPr>
        <p:txBody>
          <a:bodyPr/>
          <a:lstStyle>
            <a:lvl1pPr>
              <a:defRPr>
                <a:solidFill>
                  <a:schemeClr val="tx2"/>
                </a:solidFill>
              </a:defRPr>
            </a:lvl1pPr>
          </a:lstStyle>
          <a:p>
            <a:endParaRPr lang="en-US"/>
          </a:p>
        </p:txBody>
      </p:sp>
      <p:grpSp>
        <p:nvGrpSpPr>
          <p:cNvPr id="14" name="Group 13"/>
          <p:cNvGrpSpPr/>
          <p:nvPr userDrawn="1"/>
        </p:nvGrpSpPr>
        <p:grpSpPr>
          <a:xfrm>
            <a:off x="10648324" y="403223"/>
            <a:ext cx="1331732" cy="566736"/>
            <a:chOff x="2752725" y="180975"/>
            <a:chExt cx="2009775" cy="855286"/>
          </a:xfrm>
        </p:grpSpPr>
        <p:sp>
          <p:nvSpPr>
            <p:cNvPr id="15" name="Rounded Rectangle 14"/>
            <p:cNvSpPr/>
            <p:nvPr userDrawn="1"/>
          </p:nvSpPr>
          <p:spPr>
            <a:xfrm>
              <a:off x="2752725" y="180975"/>
              <a:ext cx="2009775" cy="85528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p:cNvPicPr>
              <a:picLocks noChangeAspect="1"/>
            </p:cNvPicPr>
            <p:nvPr userDrawn="1"/>
          </p:nvPicPr>
          <p:blipFill>
            <a:blip r:embed="rId2"/>
            <a:stretch>
              <a:fillRect/>
            </a:stretch>
          </p:blipFill>
          <p:spPr>
            <a:xfrm>
              <a:off x="2840260" y="264528"/>
              <a:ext cx="1834703" cy="667165"/>
            </a:xfrm>
            <a:prstGeom prst="rect">
              <a:avLst/>
            </a:prstGeom>
          </p:spPr>
        </p:pic>
      </p:grpSp>
      <p:sp>
        <p:nvSpPr>
          <p:cNvPr id="17" name="Rectangle 16"/>
          <p:cNvSpPr/>
          <p:nvPr userDrawn="1"/>
        </p:nvSpPr>
        <p:spPr>
          <a:xfrm>
            <a:off x="514355" y="1127875"/>
            <a:ext cx="382510" cy="894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userDrawn="1"/>
        </p:nvSpPr>
        <p:spPr>
          <a:xfrm>
            <a:off x="951866" y="1127875"/>
            <a:ext cx="382510" cy="8945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userDrawn="1"/>
        </p:nvSpPr>
        <p:spPr>
          <a:xfrm>
            <a:off x="1389377" y="1127875"/>
            <a:ext cx="7822812" cy="89455"/>
          </a:xfrm>
          <a:prstGeom prst="rect">
            <a:avLst/>
          </a:prstGeom>
          <a:gradFill flip="none" rotWithShape="1">
            <a:gsLst>
              <a:gs pos="0">
                <a:schemeClr val="bg1"/>
              </a:gs>
              <a:gs pos="100000">
                <a:schemeClr val="accent4"/>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Slide Number Placeholder 4"/>
          <p:cNvSpPr>
            <a:spLocks noGrp="1"/>
          </p:cNvSpPr>
          <p:nvPr>
            <p:ph type="sldNum" sz="quarter" idx="12"/>
          </p:nvPr>
        </p:nvSpPr>
        <p:spPr>
          <a:xfrm>
            <a:off x="11485880" y="6356350"/>
            <a:ext cx="706120" cy="365125"/>
          </a:xfrm>
        </p:spPr>
        <p:txBody>
          <a:bodyPr/>
          <a:lstStyle/>
          <a:p>
            <a:fld id="{E296E2B7-3C9A-4EA7-98A1-F88844A561CB}" type="slidenum">
              <a:rPr lang="en-US" smtClean="0"/>
              <a:pPr/>
              <a:t>‹#›</a:t>
            </a:fld>
            <a:endParaRPr lang="en-US"/>
          </a:p>
        </p:txBody>
      </p:sp>
    </p:spTree>
    <p:extLst>
      <p:ext uri="{BB962C8B-B14F-4D97-AF65-F5344CB8AC3E}">
        <p14:creationId xmlns:p14="http://schemas.microsoft.com/office/powerpoint/2010/main" val="9989378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pSp>
        <p:nvGrpSpPr>
          <p:cNvPr id="14" name="Group 13"/>
          <p:cNvGrpSpPr/>
          <p:nvPr userDrawn="1"/>
        </p:nvGrpSpPr>
        <p:grpSpPr>
          <a:xfrm>
            <a:off x="10648324" y="403223"/>
            <a:ext cx="1331732" cy="566736"/>
            <a:chOff x="2752725" y="180975"/>
            <a:chExt cx="2009775" cy="855286"/>
          </a:xfrm>
        </p:grpSpPr>
        <p:sp>
          <p:nvSpPr>
            <p:cNvPr id="15" name="Rounded Rectangle 14"/>
            <p:cNvSpPr/>
            <p:nvPr userDrawn="1"/>
          </p:nvSpPr>
          <p:spPr>
            <a:xfrm>
              <a:off x="2752725" y="180975"/>
              <a:ext cx="2009775" cy="85528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p:cNvPicPr>
              <a:picLocks noChangeAspect="1"/>
            </p:cNvPicPr>
            <p:nvPr userDrawn="1"/>
          </p:nvPicPr>
          <p:blipFill>
            <a:blip r:embed="rId2"/>
            <a:stretch>
              <a:fillRect/>
            </a:stretch>
          </p:blipFill>
          <p:spPr>
            <a:xfrm>
              <a:off x="2840260" y="264528"/>
              <a:ext cx="1834703" cy="667165"/>
            </a:xfrm>
            <a:prstGeom prst="rect">
              <a:avLst/>
            </a:prstGeom>
          </p:spPr>
        </p:pic>
      </p:grpSp>
      <p:sp>
        <p:nvSpPr>
          <p:cNvPr id="21" name="Title 1"/>
          <p:cNvSpPr>
            <a:spLocks noGrp="1"/>
          </p:cNvSpPr>
          <p:nvPr>
            <p:ph type="title"/>
          </p:nvPr>
        </p:nvSpPr>
        <p:spPr>
          <a:xfrm>
            <a:off x="514355" y="296860"/>
            <a:ext cx="10231582" cy="779462"/>
          </a:xfrm>
        </p:spPr>
        <p:txBody>
          <a:bodyPr/>
          <a:lstStyle/>
          <a:p>
            <a:r>
              <a:rPr lang="en-US"/>
              <a:t>Click to edit Master title style</a:t>
            </a:r>
          </a:p>
        </p:txBody>
      </p:sp>
      <p:sp>
        <p:nvSpPr>
          <p:cNvPr id="22" name="Date Placeholder 3"/>
          <p:cNvSpPr>
            <a:spLocks noGrp="1"/>
          </p:cNvSpPr>
          <p:nvPr>
            <p:ph type="dt" sz="half" idx="10"/>
          </p:nvPr>
        </p:nvSpPr>
        <p:spPr>
          <a:xfrm>
            <a:off x="514355" y="6356350"/>
            <a:ext cx="1184566" cy="365125"/>
          </a:xfrm>
        </p:spPr>
        <p:txBody>
          <a:bodyPr/>
          <a:lstStyle>
            <a:lvl1pPr>
              <a:defRPr>
                <a:solidFill>
                  <a:schemeClr val="tx2"/>
                </a:solidFill>
              </a:defRPr>
            </a:lvl1pPr>
          </a:lstStyle>
          <a:p>
            <a:fld id="{845B970A-1A12-46D5-8B0E-08C81D74A2D6}" type="datetimeFigureOut">
              <a:rPr lang="en-US" smtClean="0"/>
              <a:pPr/>
              <a:t>9/16/2026</a:t>
            </a:fld>
            <a:endParaRPr lang="en-US"/>
          </a:p>
        </p:txBody>
      </p:sp>
      <p:sp>
        <p:nvSpPr>
          <p:cNvPr id="23" name="Footer Placeholder 4"/>
          <p:cNvSpPr>
            <a:spLocks noGrp="1"/>
          </p:cNvSpPr>
          <p:nvPr>
            <p:ph type="ftr" sz="quarter" idx="11"/>
          </p:nvPr>
        </p:nvSpPr>
        <p:spPr>
          <a:xfrm>
            <a:off x="1816100" y="6356350"/>
            <a:ext cx="7852259" cy="365125"/>
          </a:xfrm>
        </p:spPr>
        <p:txBody>
          <a:bodyPr/>
          <a:lstStyle>
            <a:lvl1pPr>
              <a:defRPr>
                <a:solidFill>
                  <a:schemeClr val="tx2"/>
                </a:solidFill>
              </a:defRPr>
            </a:lvl1pPr>
          </a:lstStyle>
          <a:p>
            <a:endParaRPr lang="en-US"/>
          </a:p>
        </p:txBody>
      </p:sp>
      <p:sp>
        <p:nvSpPr>
          <p:cNvPr id="24" name="Rectangle 23"/>
          <p:cNvSpPr/>
          <p:nvPr userDrawn="1"/>
        </p:nvSpPr>
        <p:spPr>
          <a:xfrm>
            <a:off x="514355" y="1127875"/>
            <a:ext cx="382510" cy="894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p:cNvSpPr/>
          <p:nvPr userDrawn="1"/>
        </p:nvSpPr>
        <p:spPr>
          <a:xfrm>
            <a:off x="951866" y="1127875"/>
            <a:ext cx="382510" cy="8945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userDrawn="1"/>
        </p:nvSpPr>
        <p:spPr>
          <a:xfrm>
            <a:off x="1389377" y="1127875"/>
            <a:ext cx="7822812" cy="89455"/>
          </a:xfrm>
          <a:prstGeom prst="rect">
            <a:avLst/>
          </a:prstGeom>
          <a:gradFill flip="none" rotWithShape="1">
            <a:gsLst>
              <a:gs pos="0">
                <a:schemeClr val="bg1"/>
              </a:gs>
              <a:gs pos="100000">
                <a:schemeClr val="accent4"/>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Slide Number Placeholder 4"/>
          <p:cNvSpPr>
            <a:spLocks noGrp="1"/>
          </p:cNvSpPr>
          <p:nvPr>
            <p:ph type="sldNum" sz="quarter" idx="12"/>
          </p:nvPr>
        </p:nvSpPr>
        <p:spPr>
          <a:xfrm>
            <a:off x="11485880" y="6356350"/>
            <a:ext cx="706120" cy="365125"/>
          </a:xfrm>
        </p:spPr>
        <p:txBody>
          <a:bodyPr/>
          <a:lstStyle/>
          <a:p>
            <a:fld id="{E296E2B7-3C9A-4EA7-98A1-F88844A561CB}" type="slidenum">
              <a:rPr lang="en-US" smtClean="0"/>
              <a:pPr/>
              <a:t>‹#›</a:t>
            </a:fld>
            <a:endParaRPr lang="en-US"/>
          </a:p>
        </p:txBody>
      </p:sp>
    </p:spTree>
    <p:extLst>
      <p:ext uri="{BB962C8B-B14F-4D97-AF65-F5344CB8AC3E}">
        <p14:creationId xmlns:p14="http://schemas.microsoft.com/office/powerpoint/2010/main" val="28699595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grpSp>
        <p:nvGrpSpPr>
          <p:cNvPr id="14" name="Group 13"/>
          <p:cNvGrpSpPr/>
          <p:nvPr userDrawn="1"/>
        </p:nvGrpSpPr>
        <p:grpSpPr>
          <a:xfrm>
            <a:off x="10648324" y="403223"/>
            <a:ext cx="1331732" cy="566736"/>
            <a:chOff x="2752725" y="180975"/>
            <a:chExt cx="2009775" cy="855286"/>
          </a:xfrm>
        </p:grpSpPr>
        <p:sp>
          <p:nvSpPr>
            <p:cNvPr id="15" name="Rounded Rectangle 14"/>
            <p:cNvSpPr/>
            <p:nvPr userDrawn="1"/>
          </p:nvSpPr>
          <p:spPr>
            <a:xfrm>
              <a:off x="2752725" y="180975"/>
              <a:ext cx="2009775" cy="855286"/>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p:cNvPicPr>
              <a:picLocks noChangeAspect="1"/>
            </p:cNvPicPr>
            <p:nvPr userDrawn="1"/>
          </p:nvPicPr>
          <p:blipFill>
            <a:blip r:embed="rId2"/>
            <a:stretch>
              <a:fillRect/>
            </a:stretch>
          </p:blipFill>
          <p:spPr>
            <a:xfrm>
              <a:off x="2840260" y="264528"/>
              <a:ext cx="1834703" cy="667165"/>
            </a:xfrm>
            <a:prstGeom prst="rect">
              <a:avLst/>
            </a:prstGeom>
          </p:spPr>
        </p:pic>
      </p:grpSp>
      <p:sp>
        <p:nvSpPr>
          <p:cNvPr id="9" name="Date Placeholder 3"/>
          <p:cNvSpPr>
            <a:spLocks noGrp="1"/>
          </p:cNvSpPr>
          <p:nvPr>
            <p:ph type="dt" sz="half" idx="10"/>
          </p:nvPr>
        </p:nvSpPr>
        <p:spPr>
          <a:xfrm>
            <a:off x="514355" y="6356350"/>
            <a:ext cx="1184566" cy="365125"/>
          </a:xfrm>
        </p:spPr>
        <p:txBody>
          <a:bodyPr/>
          <a:lstStyle>
            <a:lvl1pPr>
              <a:defRPr>
                <a:solidFill>
                  <a:schemeClr val="tx2"/>
                </a:solidFill>
              </a:defRPr>
            </a:lvl1pPr>
          </a:lstStyle>
          <a:p>
            <a:fld id="{845B970A-1A12-46D5-8B0E-08C81D74A2D6}" type="datetimeFigureOut">
              <a:rPr lang="en-US" smtClean="0"/>
              <a:pPr/>
              <a:t>9/16/2026</a:t>
            </a:fld>
            <a:endParaRPr lang="en-US"/>
          </a:p>
        </p:txBody>
      </p:sp>
      <p:sp>
        <p:nvSpPr>
          <p:cNvPr id="10" name="Footer Placeholder 4"/>
          <p:cNvSpPr>
            <a:spLocks noGrp="1"/>
          </p:cNvSpPr>
          <p:nvPr>
            <p:ph type="ftr" sz="quarter" idx="11"/>
          </p:nvPr>
        </p:nvSpPr>
        <p:spPr>
          <a:xfrm>
            <a:off x="1816100" y="6356350"/>
            <a:ext cx="7852259" cy="365125"/>
          </a:xfrm>
        </p:spPr>
        <p:txBody>
          <a:bodyPr/>
          <a:lstStyle>
            <a:lvl1pPr>
              <a:defRPr>
                <a:solidFill>
                  <a:schemeClr val="tx2"/>
                </a:solidFill>
              </a:defRPr>
            </a:lvl1pPr>
          </a:lstStyle>
          <a:p>
            <a:endParaRPr lang="en-US"/>
          </a:p>
        </p:txBody>
      </p:sp>
      <p:sp>
        <p:nvSpPr>
          <p:cNvPr id="19" name="Slide Number Placeholder 4"/>
          <p:cNvSpPr>
            <a:spLocks noGrp="1"/>
          </p:cNvSpPr>
          <p:nvPr>
            <p:ph type="sldNum" sz="quarter" idx="12"/>
          </p:nvPr>
        </p:nvSpPr>
        <p:spPr>
          <a:xfrm>
            <a:off x="11485880" y="6356350"/>
            <a:ext cx="706120" cy="365125"/>
          </a:xfrm>
        </p:spPr>
        <p:txBody>
          <a:bodyPr/>
          <a:lstStyle/>
          <a:p>
            <a:fld id="{E296E2B7-3C9A-4EA7-98A1-F88844A561CB}" type="slidenum">
              <a:rPr lang="en-US" smtClean="0"/>
              <a:pPr/>
              <a:t>‹#›</a:t>
            </a:fld>
            <a:endParaRPr lang="en-US"/>
          </a:p>
        </p:txBody>
      </p:sp>
    </p:spTree>
    <p:extLst>
      <p:ext uri="{BB962C8B-B14F-4D97-AF65-F5344CB8AC3E}">
        <p14:creationId xmlns:p14="http://schemas.microsoft.com/office/powerpoint/2010/main" val="2230242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theme" Target="../theme/theme2.xml"/><Relationship Id="rId5" Type="http://schemas.openxmlformats.org/officeDocument/2006/relationships/slideLayout" Target="../slideLayouts/slideLayout15.xml"/><Relationship Id="rId4"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theme" Target="../theme/theme3.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3137" y="296860"/>
            <a:ext cx="11000663" cy="77946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53137" y="1530985"/>
            <a:ext cx="10961053" cy="4688839"/>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179465" y="6356350"/>
            <a:ext cx="1640045"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5B970A-1A12-46D5-8B0E-08C81D74A2D6}" type="datetimeFigureOut">
              <a:rPr lang="en-US" smtClean="0"/>
              <a:t>9/16/2026</a:t>
            </a:fld>
            <a:endParaRPr lang="en-US"/>
          </a:p>
        </p:txBody>
      </p:sp>
      <p:sp>
        <p:nvSpPr>
          <p:cNvPr id="5" name="Footer Placeholder 4"/>
          <p:cNvSpPr>
            <a:spLocks noGrp="1"/>
          </p:cNvSpPr>
          <p:nvPr>
            <p:ph type="ftr" sz="quarter" idx="3"/>
          </p:nvPr>
        </p:nvSpPr>
        <p:spPr>
          <a:xfrm>
            <a:off x="1891107" y="6356350"/>
            <a:ext cx="7777252"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15" name="Freeform 14"/>
          <p:cNvSpPr/>
          <p:nvPr userDrawn="1"/>
        </p:nvSpPr>
        <p:spPr>
          <a:xfrm>
            <a:off x="9668360" y="3638231"/>
            <a:ext cx="2312170" cy="3219770"/>
          </a:xfrm>
          <a:custGeom>
            <a:avLst/>
            <a:gdLst>
              <a:gd name="connsiteX0" fmla="*/ 2305504 w 2345261"/>
              <a:gd name="connsiteY0" fmla="*/ 0 h 3395207"/>
              <a:gd name="connsiteX1" fmla="*/ 254068 w 2345261"/>
              <a:gd name="connsiteY1" fmla="*/ 2178658 h 3395207"/>
              <a:gd name="connsiteX2" fmla="*/ 102993 w 2345261"/>
              <a:gd name="connsiteY2" fmla="*/ 3395207 h 3395207"/>
              <a:gd name="connsiteX3" fmla="*/ 2345261 w 2345261"/>
              <a:gd name="connsiteY3" fmla="*/ 3395207 h 3395207"/>
              <a:gd name="connsiteX4" fmla="*/ 2345261 w 2345261"/>
              <a:gd name="connsiteY4" fmla="*/ 31805 h 3395207"/>
              <a:gd name="connsiteX5" fmla="*/ 2305504 w 2345261"/>
              <a:gd name="connsiteY5" fmla="*/ 0 h 3395207"/>
              <a:gd name="connsiteX0" fmla="*/ 2321531 w 2361288"/>
              <a:gd name="connsiteY0" fmla="*/ 0 h 3395207"/>
              <a:gd name="connsiteX1" fmla="*/ 270095 w 2361288"/>
              <a:gd name="connsiteY1" fmla="*/ 2178658 h 3395207"/>
              <a:gd name="connsiteX2" fmla="*/ 119020 w 2361288"/>
              <a:gd name="connsiteY2" fmla="*/ 3395207 h 3395207"/>
              <a:gd name="connsiteX3" fmla="*/ 2361288 w 2361288"/>
              <a:gd name="connsiteY3" fmla="*/ 3395207 h 3395207"/>
              <a:gd name="connsiteX4" fmla="*/ 2361288 w 2361288"/>
              <a:gd name="connsiteY4" fmla="*/ 31805 h 3395207"/>
              <a:gd name="connsiteX5" fmla="*/ 2321531 w 2361288"/>
              <a:gd name="connsiteY5" fmla="*/ 0 h 3395207"/>
              <a:gd name="connsiteX0" fmla="*/ 2320043 w 2359800"/>
              <a:gd name="connsiteY0" fmla="*/ 0 h 3395207"/>
              <a:gd name="connsiteX1" fmla="*/ 268607 w 2359800"/>
              <a:gd name="connsiteY1" fmla="*/ 2178658 h 3395207"/>
              <a:gd name="connsiteX2" fmla="*/ 117532 w 2359800"/>
              <a:gd name="connsiteY2" fmla="*/ 3395207 h 3395207"/>
              <a:gd name="connsiteX3" fmla="*/ 2359800 w 2359800"/>
              <a:gd name="connsiteY3" fmla="*/ 3395207 h 3395207"/>
              <a:gd name="connsiteX4" fmla="*/ 2359800 w 2359800"/>
              <a:gd name="connsiteY4" fmla="*/ 31805 h 3395207"/>
              <a:gd name="connsiteX5" fmla="*/ 2320043 w 2359800"/>
              <a:gd name="connsiteY5" fmla="*/ 0 h 3395207"/>
              <a:gd name="connsiteX0" fmla="*/ 2320043 w 2359800"/>
              <a:gd name="connsiteY0" fmla="*/ 0 h 3395207"/>
              <a:gd name="connsiteX1" fmla="*/ 268607 w 2359800"/>
              <a:gd name="connsiteY1" fmla="*/ 2178658 h 3395207"/>
              <a:gd name="connsiteX2" fmla="*/ 117532 w 2359800"/>
              <a:gd name="connsiteY2" fmla="*/ 3395207 h 3395207"/>
              <a:gd name="connsiteX3" fmla="*/ 2359800 w 2359800"/>
              <a:gd name="connsiteY3" fmla="*/ 3395207 h 3395207"/>
              <a:gd name="connsiteX4" fmla="*/ 2359800 w 2359800"/>
              <a:gd name="connsiteY4" fmla="*/ 31805 h 3395207"/>
              <a:gd name="connsiteX5" fmla="*/ 2320043 w 2359800"/>
              <a:gd name="connsiteY5" fmla="*/ 0 h 3395207"/>
              <a:gd name="connsiteX0" fmla="*/ 2320043 w 2359800"/>
              <a:gd name="connsiteY0" fmla="*/ 0 h 3395207"/>
              <a:gd name="connsiteX1" fmla="*/ 268607 w 2359800"/>
              <a:gd name="connsiteY1" fmla="*/ 2178658 h 3395207"/>
              <a:gd name="connsiteX2" fmla="*/ 117532 w 2359800"/>
              <a:gd name="connsiteY2" fmla="*/ 3395207 h 3395207"/>
              <a:gd name="connsiteX3" fmla="*/ 2359800 w 2359800"/>
              <a:gd name="connsiteY3" fmla="*/ 3395207 h 3395207"/>
              <a:gd name="connsiteX4" fmla="*/ 2359800 w 2359800"/>
              <a:gd name="connsiteY4" fmla="*/ 31805 h 3395207"/>
              <a:gd name="connsiteX5" fmla="*/ 2320043 w 2359800"/>
              <a:gd name="connsiteY5" fmla="*/ 0 h 3395207"/>
              <a:gd name="connsiteX0" fmla="*/ 2224831 w 2264588"/>
              <a:gd name="connsiteY0" fmla="*/ 0 h 3395207"/>
              <a:gd name="connsiteX1" fmla="*/ 173395 w 2264588"/>
              <a:gd name="connsiteY1" fmla="*/ 2178658 h 3395207"/>
              <a:gd name="connsiteX2" fmla="*/ 187125 w 2264588"/>
              <a:gd name="connsiteY2" fmla="*/ 3395207 h 3395207"/>
              <a:gd name="connsiteX3" fmla="*/ 2264588 w 2264588"/>
              <a:gd name="connsiteY3" fmla="*/ 3395207 h 3395207"/>
              <a:gd name="connsiteX4" fmla="*/ 2264588 w 2264588"/>
              <a:gd name="connsiteY4" fmla="*/ 31805 h 3395207"/>
              <a:gd name="connsiteX5" fmla="*/ 2224831 w 2264588"/>
              <a:gd name="connsiteY5" fmla="*/ 0 h 3395207"/>
              <a:gd name="connsiteX0" fmla="*/ 2224831 w 2307118"/>
              <a:gd name="connsiteY0" fmla="*/ 0 h 3395207"/>
              <a:gd name="connsiteX1" fmla="*/ 173395 w 2307118"/>
              <a:gd name="connsiteY1" fmla="*/ 2178658 h 3395207"/>
              <a:gd name="connsiteX2" fmla="*/ 187125 w 2307118"/>
              <a:gd name="connsiteY2" fmla="*/ 3395207 h 3395207"/>
              <a:gd name="connsiteX3" fmla="*/ 2264588 w 2307118"/>
              <a:gd name="connsiteY3" fmla="*/ 3395207 h 3395207"/>
              <a:gd name="connsiteX4" fmla="*/ 2307118 w 2307118"/>
              <a:gd name="connsiteY4" fmla="*/ 542167 h 3395207"/>
              <a:gd name="connsiteX5" fmla="*/ 2224831 w 2307118"/>
              <a:gd name="connsiteY5" fmla="*/ 0 h 3395207"/>
              <a:gd name="connsiteX0" fmla="*/ 2298995 w 2312170"/>
              <a:gd name="connsiteY0" fmla="*/ 0 h 3219770"/>
              <a:gd name="connsiteX1" fmla="*/ 178447 w 2312170"/>
              <a:gd name="connsiteY1" fmla="*/ 2003221 h 3219770"/>
              <a:gd name="connsiteX2" fmla="*/ 192177 w 2312170"/>
              <a:gd name="connsiteY2" fmla="*/ 3219770 h 3219770"/>
              <a:gd name="connsiteX3" fmla="*/ 2269640 w 2312170"/>
              <a:gd name="connsiteY3" fmla="*/ 3219770 h 3219770"/>
              <a:gd name="connsiteX4" fmla="*/ 2312170 w 2312170"/>
              <a:gd name="connsiteY4" fmla="*/ 366730 h 3219770"/>
              <a:gd name="connsiteX5" fmla="*/ 2298995 w 2312170"/>
              <a:gd name="connsiteY5" fmla="*/ 0 h 3219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12170" h="3219770">
                <a:moveTo>
                  <a:pt x="2298995" y="0"/>
                </a:moveTo>
                <a:cubicBezTo>
                  <a:pt x="1456819" y="806395"/>
                  <a:pt x="529583" y="1466593"/>
                  <a:pt x="178447" y="2003221"/>
                </a:cubicBezTo>
                <a:cubicBezTo>
                  <a:pt x="-172689" y="2539849"/>
                  <a:pt x="84172" y="2894429"/>
                  <a:pt x="192177" y="3219770"/>
                </a:cubicBezTo>
                <a:lnTo>
                  <a:pt x="2269640" y="3219770"/>
                </a:lnTo>
                <a:lnTo>
                  <a:pt x="2312170" y="366730"/>
                </a:lnTo>
                <a:lnTo>
                  <a:pt x="2298995"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p:cNvSpPr/>
          <p:nvPr userDrawn="1"/>
        </p:nvSpPr>
        <p:spPr>
          <a:xfrm>
            <a:off x="9832200" y="3462793"/>
            <a:ext cx="2359800" cy="3395207"/>
          </a:xfrm>
          <a:custGeom>
            <a:avLst/>
            <a:gdLst>
              <a:gd name="connsiteX0" fmla="*/ 2305504 w 2345261"/>
              <a:gd name="connsiteY0" fmla="*/ 0 h 3395207"/>
              <a:gd name="connsiteX1" fmla="*/ 254068 w 2345261"/>
              <a:gd name="connsiteY1" fmla="*/ 2178658 h 3395207"/>
              <a:gd name="connsiteX2" fmla="*/ 102993 w 2345261"/>
              <a:gd name="connsiteY2" fmla="*/ 3395207 h 3395207"/>
              <a:gd name="connsiteX3" fmla="*/ 2345261 w 2345261"/>
              <a:gd name="connsiteY3" fmla="*/ 3395207 h 3395207"/>
              <a:gd name="connsiteX4" fmla="*/ 2345261 w 2345261"/>
              <a:gd name="connsiteY4" fmla="*/ 31805 h 3395207"/>
              <a:gd name="connsiteX5" fmla="*/ 2305504 w 2345261"/>
              <a:gd name="connsiteY5" fmla="*/ 0 h 3395207"/>
              <a:gd name="connsiteX0" fmla="*/ 2321531 w 2361288"/>
              <a:gd name="connsiteY0" fmla="*/ 0 h 3395207"/>
              <a:gd name="connsiteX1" fmla="*/ 270095 w 2361288"/>
              <a:gd name="connsiteY1" fmla="*/ 2178658 h 3395207"/>
              <a:gd name="connsiteX2" fmla="*/ 119020 w 2361288"/>
              <a:gd name="connsiteY2" fmla="*/ 3395207 h 3395207"/>
              <a:gd name="connsiteX3" fmla="*/ 2361288 w 2361288"/>
              <a:gd name="connsiteY3" fmla="*/ 3395207 h 3395207"/>
              <a:gd name="connsiteX4" fmla="*/ 2361288 w 2361288"/>
              <a:gd name="connsiteY4" fmla="*/ 31805 h 3395207"/>
              <a:gd name="connsiteX5" fmla="*/ 2321531 w 2361288"/>
              <a:gd name="connsiteY5" fmla="*/ 0 h 3395207"/>
              <a:gd name="connsiteX0" fmla="*/ 2320043 w 2359800"/>
              <a:gd name="connsiteY0" fmla="*/ 0 h 3395207"/>
              <a:gd name="connsiteX1" fmla="*/ 268607 w 2359800"/>
              <a:gd name="connsiteY1" fmla="*/ 2178658 h 3395207"/>
              <a:gd name="connsiteX2" fmla="*/ 117532 w 2359800"/>
              <a:gd name="connsiteY2" fmla="*/ 3395207 h 3395207"/>
              <a:gd name="connsiteX3" fmla="*/ 2359800 w 2359800"/>
              <a:gd name="connsiteY3" fmla="*/ 3395207 h 3395207"/>
              <a:gd name="connsiteX4" fmla="*/ 2359800 w 2359800"/>
              <a:gd name="connsiteY4" fmla="*/ 31805 h 3395207"/>
              <a:gd name="connsiteX5" fmla="*/ 2320043 w 2359800"/>
              <a:gd name="connsiteY5" fmla="*/ 0 h 3395207"/>
              <a:gd name="connsiteX0" fmla="*/ 2320043 w 2359800"/>
              <a:gd name="connsiteY0" fmla="*/ 0 h 3395207"/>
              <a:gd name="connsiteX1" fmla="*/ 268607 w 2359800"/>
              <a:gd name="connsiteY1" fmla="*/ 2178658 h 3395207"/>
              <a:gd name="connsiteX2" fmla="*/ 117532 w 2359800"/>
              <a:gd name="connsiteY2" fmla="*/ 3395207 h 3395207"/>
              <a:gd name="connsiteX3" fmla="*/ 2359800 w 2359800"/>
              <a:gd name="connsiteY3" fmla="*/ 3395207 h 3395207"/>
              <a:gd name="connsiteX4" fmla="*/ 2359800 w 2359800"/>
              <a:gd name="connsiteY4" fmla="*/ 31805 h 3395207"/>
              <a:gd name="connsiteX5" fmla="*/ 2320043 w 2359800"/>
              <a:gd name="connsiteY5" fmla="*/ 0 h 3395207"/>
              <a:gd name="connsiteX0" fmla="*/ 2320043 w 2359800"/>
              <a:gd name="connsiteY0" fmla="*/ 0 h 3395207"/>
              <a:gd name="connsiteX1" fmla="*/ 268607 w 2359800"/>
              <a:gd name="connsiteY1" fmla="*/ 2178658 h 3395207"/>
              <a:gd name="connsiteX2" fmla="*/ 117532 w 2359800"/>
              <a:gd name="connsiteY2" fmla="*/ 3395207 h 3395207"/>
              <a:gd name="connsiteX3" fmla="*/ 2359800 w 2359800"/>
              <a:gd name="connsiteY3" fmla="*/ 3395207 h 3395207"/>
              <a:gd name="connsiteX4" fmla="*/ 2359800 w 2359800"/>
              <a:gd name="connsiteY4" fmla="*/ 31805 h 3395207"/>
              <a:gd name="connsiteX5" fmla="*/ 2320043 w 2359800"/>
              <a:gd name="connsiteY5" fmla="*/ 0 h 339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59800" h="3395207">
                <a:moveTo>
                  <a:pt x="2320043" y="0"/>
                </a:moveTo>
                <a:cubicBezTo>
                  <a:pt x="1477867" y="806395"/>
                  <a:pt x="675448" y="1668449"/>
                  <a:pt x="268607" y="2178658"/>
                </a:cubicBezTo>
                <a:cubicBezTo>
                  <a:pt x="-138234" y="2688867"/>
                  <a:pt x="9527" y="3069866"/>
                  <a:pt x="117532" y="3395207"/>
                </a:cubicBezTo>
                <a:lnTo>
                  <a:pt x="2359800" y="3395207"/>
                </a:lnTo>
                <a:lnTo>
                  <a:pt x="2359800" y="31805"/>
                </a:lnTo>
                <a:lnTo>
                  <a:pt x="2320043"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3" name="Group 122"/>
          <p:cNvGrpSpPr/>
          <p:nvPr userDrawn="1"/>
        </p:nvGrpSpPr>
        <p:grpSpPr>
          <a:xfrm>
            <a:off x="179783" y="5622449"/>
            <a:ext cx="2067558" cy="1099026"/>
            <a:chOff x="179783" y="5622449"/>
            <a:chExt cx="2067558" cy="1099026"/>
          </a:xfrm>
        </p:grpSpPr>
        <p:grpSp>
          <p:nvGrpSpPr>
            <p:cNvPr id="17" name="Group 16"/>
            <p:cNvGrpSpPr/>
            <p:nvPr userDrawn="1"/>
          </p:nvGrpSpPr>
          <p:grpSpPr>
            <a:xfrm>
              <a:off x="179783" y="6573996"/>
              <a:ext cx="356234" cy="147479"/>
              <a:chOff x="660083" y="4937919"/>
              <a:chExt cx="356234" cy="147479"/>
            </a:xfrm>
          </p:grpSpPr>
          <p:sp>
            <p:nvSpPr>
              <p:cNvPr id="18" name="Freeform 17"/>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18"/>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19"/>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20"/>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21"/>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22"/>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 name="Group 23"/>
            <p:cNvGrpSpPr/>
            <p:nvPr userDrawn="1"/>
          </p:nvGrpSpPr>
          <p:grpSpPr>
            <a:xfrm>
              <a:off x="179783" y="6336110"/>
              <a:ext cx="356234" cy="147479"/>
              <a:chOff x="660083" y="4937919"/>
              <a:chExt cx="356234" cy="147479"/>
            </a:xfrm>
          </p:grpSpPr>
          <p:sp>
            <p:nvSpPr>
              <p:cNvPr id="25" name="Freeform 24"/>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25"/>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26"/>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reeform 27"/>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28"/>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29"/>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p:cNvGrpSpPr/>
            <p:nvPr userDrawn="1"/>
          </p:nvGrpSpPr>
          <p:grpSpPr>
            <a:xfrm>
              <a:off x="179783" y="6098223"/>
              <a:ext cx="356234" cy="147479"/>
              <a:chOff x="660083" y="4937919"/>
              <a:chExt cx="356234" cy="147479"/>
            </a:xfrm>
          </p:grpSpPr>
          <p:sp>
            <p:nvSpPr>
              <p:cNvPr id="32" name="Freeform 31"/>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32"/>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33"/>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34"/>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35"/>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36"/>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8" name="Group 37"/>
            <p:cNvGrpSpPr/>
            <p:nvPr userDrawn="1"/>
          </p:nvGrpSpPr>
          <p:grpSpPr>
            <a:xfrm>
              <a:off x="179783" y="5860336"/>
              <a:ext cx="356234" cy="147479"/>
              <a:chOff x="660083" y="4937919"/>
              <a:chExt cx="356234" cy="147479"/>
            </a:xfrm>
          </p:grpSpPr>
          <p:sp>
            <p:nvSpPr>
              <p:cNvPr id="39" name="Freeform 38"/>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39"/>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Freeform 40"/>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41"/>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42"/>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43"/>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5" name="Group 44"/>
            <p:cNvGrpSpPr/>
            <p:nvPr userDrawn="1"/>
          </p:nvGrpSpPr>
          <p:grpSpPr>
            <a:xfrm>
              <a:off x="179783" y="5622449"/>
              <a:ext cx="356234" cy="147479"/>
              <a:chOff x="660083" y="4937919"/>
              <a:chExt cx="356234" cy="147479"/>
            </a:xfrm>
          </p:grpSpPr>
          <p:sp>
            <p:nvSpPr>
              <p:cNvPr id="46" name="Freeform 45"/>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46"/>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Freeform 47"/>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Freeform 48"/>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reeform 49"/>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Freeform 50"/>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2" name="Group 51"/>
            <p:cNvGrpSpPr/>
            <p:nvPr userDrawn="1"/>
          </p:nvGrpSpPr>
          <p:grpSpPr>
            <a:xfrm>
              <a:off x="607614" y="6573996"/>
              <a:ext cx="356234" cy="147479"/>
              <a:chOff x="660083" y="4937919"/>
              <a:chExt cx="356234" cy="147479"/>
            </a:xfrm>
          </p:grpSpPr>
          <p:sp>
            <p:nvSpPr>
              <p:cNvPr id="53" name="Freeform 52"/>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53"/>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54"/>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Freeform 55"/>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Freeform 56"/>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reeform 57"/>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9" name="Group 58"/>
            <p:cNvGrpSpPr/>
            <p:nvPr userDrawn="1"/>
          </p:nvGrpSpPr>
          <p:grpSpPr>
            <a:xfrm>
              <a:off x="607614" y="6336110"/>
              <a:ext cx="356234" cy="147479"/>
              <a:chOff x="660083" y="4937919"/>
              <a:chExt cx="356234" cy="147479"/>
            </a:xfrm>
          </p:grpSpPr>
          <p:sp>
            <p:nvSpPr>
              <p:cNvPr id="60" name="Freeform 59"/>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Freeform 60"/>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Freeform 61"/>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reeform 62"/>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reeform 63"/>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reeform 64"/>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6" name="Group 65"/>
            <p:cNvGrpSpPr/>
            <p:nvPr userDrawn="1"/>
          </p:nvGrpSpPr>
          <p:grpSpPr>
            <a:xfrm>
              <a:off x="607614" y="6098223"/>
              <a:ext cx="356234" cy="147479"/>
              <a:chOff x="660083" y="4937919"/>
              <a:chExt cx="356234" cy="147479"/>
            </a:xfrm>
          </p:grpSpPr>
          <p:sp>
            <p:nvSpPr>
              <p:cNvPr id="67" name="Freeform 66"/>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67"/>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reeform 68"/>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69"/>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reeform 70"/>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Freeform 71"/>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3" name="Group 72"/>
            <p:cNvGrpSpPr/>
            <p:nvPr userDrawn="1"/>
          </p:nvGrpSpPr>
          <p:grpSpPr>
            <a:xfrm>
              <a:off x="607614" y="5860336"/>
              <a:ext cx="356234" cy="147479"/>
              <a:chOff x="660083" y="4937919"/>
              <a:chExt cx="356234" cy="147479"/>
            </a:xfrm>
          </p:grpSpPr>
          <p:sp>
            <p:nvSpPr>
              <p:cNvPr id="74" name="Freeform 73"/>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Freeform 74"/>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75"/>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Freeform 76"/>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Freeform 77"/>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Freeform 78"/>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0" name="Group 79"/>
            <p:cNvGrpSpPr/>
            <p:nvPr userDrawn="1"/>
          </p:nvGrpSpPr>
          <p:grpSpPr>
            <a:xfrm>
              <a:off x="1035445" y="6573996"/>
              <a:ext cx="356234" cy="147479"/>
              <a:chOff x="660083" y="4937919"/>
              <a:chExt cx="356234" cy="147479"/>
            </a:xfrm>
          </p:grpSpPr>
          <p:sp>
            <p:nvSpPr>
              <p:cNvPr id="81" name="Freeform 80"/>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Freeform 81"/>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Freeform 82"/>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Freeform 83"/>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Freeform 84"/>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Freeform 85"/>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87" name="Group 86"/>
            <p:cNvGrpSpPr/>
            <p:nvPr userDrawn="1"/>
          </p:nvGrpSpPr>
          <p:grpSpPr>
            <a:xfrm>
              <a:off x="1035445" y="6336110"/>
              <a:ext cx="356234" cy="147479"/>
              <a:chOff x="660083" y="4937919"/>
              <a:chExt cx="356234" cy="147479"/>
            </a:xfrm>
          </p:grpSpPr>
          <p:sp>
            <p:nvSpPr>
              <p:cNvPr id="88" name="Freeform 87"/>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Freeform 88"/>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Freeform 89"/>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Freeform 90"/>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Freeform 91"/>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Freeform 92"/>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4" name="Group 93"/>
            <p:cNvGrpSpPr/>
            <p:nvPr userDrawn="1"/>
          </p:nvGrpSpPr>
          <p:grpSpPr>
            <a:xfrm>
              <a:off x="1035445" y="6098223"/>
              <a:ext cx="356234" cy="147479"/>
              <a:chOff x="660083" y="4937919"/>
              <a:chExt cx="356234" cy="147479"/>
            </a:xfrm>
          </p:grpSpPr>
          <p:sp>
            <p:nvSpPr>
              <p:cNvPr id="95" name="Freeform 94"/>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Freeform 95"/>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Freeform 96"/>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Freeform 97"/>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Freeform 98"/>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Freeform 99"/>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1" name="Group 100"/>
            <p:cNvGrpSpPr/>
            <p:nvPr userDrawn="1"/>
          </p:nvGrpSpPr>
          <p:grpSpPr>
            <a:xfrm>
              <a:off x="1463276" y="6573996"/>
              <a:ext cx="356234" cy="147479"/>
              <a:chOff x="660083" y="4937919"/>
              <a:chExt cx="356234" cy="147479"/>
            </a:xfrm>
          </p:grpSpPr>
          <p:sp>
            <p:nvSpPr>
              <p:cNvPr id="102" name="Freeform 101"/>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Freeform 102"/>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Freeform 103"/>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Freeform 104"/>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Freeform 105"/>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Freeform 106"/>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8" name="Group 107"/>
            <p:cNvGrpSpPr/>
            <p:nvPr userDrawn="1"/>
          </p:nvGrpSpPr>
          <p:grpSpPr>
            <a:xfrm>
              <a:off x="1463276" y="6336110"/>
              <a:ext cx="356234" cy="147479"/>
              <a:chOff x="660083" y="4937919"/>
              <a:chExt cx="356234" cy="147479"/>
            </a:xfrm>
          </p:grpSpPr>
          <p:sp>
            <p:nvSpPr>
              <p:cNvPr id="109" name="Freeform 108"/>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Freeform 109"/>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Freeform 110"/>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Freeform 111"/>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Freeform 112"/>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Freeform 113"/>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5" name="Group 114"/>
            <p:cNvGrpSpPr/>
            <p:nvPr userDrawn="1"/>
          </p:nvGrpSpPr>
          <p:grpSpPr>
            <a:xfrm>
              <a:off x="1891107" y="6573996"/>
              <a:ext cx="356234" cy="147479"/>
              <a:chOff x="660083" y="4937919"/>
              <a:chExt cx="356234" cy="147479"/>
            </a:xfrm>
          </p:grpSpPr>
          <p:sp>
            <p:nvSpPr>
              <p:cNvPr id="116" name="Freeform 115"/>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Freeform 116"/>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Freeform 117"/>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Freeform 118"/>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Freeform 119"/>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Freeform 120"/>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22" name="Slide Number Placeholder 5"/>
          <p:cNvSpPr>
            <a:spLocks noGrp="1"/>
          </p:cNvSpPr>
          <p:nvPr>
            <p:ph type="sldNum" sz="quarter" idx="4"/>
          </p:nvPr>
        </p:nvSpPr>
        <p:spPr>
          <a:xfrm>
            <a:off x="11485880" y="6356350"/>
            <a:ext cx="706120" cy="365125"/>
          </a:xfrm>
          <a:prstGeom prst="rect">
            <a:avLst/>
          </a:prstGeom>
        </p:spPr>
        <p:txBody>
          <a:bodyPr/>
          <a:lstStyle/>
          <a:p>
            <a:fld id="{E296E2B7-3C9A-4EA7-98A1-F88844A561CB}" type="slidenum">
              <a:rPr lang="en-US" smtClean="0"/>
              <a:t>‹#›</a:t>
            </a:fld>
            <a:endParaRPr lang="en-US"/>
          </a:p>
        </p:txBody>
      </p:sp>
    </p:spTree>
    <p:extLst>
      <p:ext uri="{BB962C8B-B14F-4D97-AF65-F5344CB8AC3E}">
        <p14:creationId xmlns:p14="http://schemas.microsoft.com/office/powerpoint/2010/main" val="2700352633"/>
      </p:ext>
    </p:extLst>
  </p:cSld>
  <p:clrMap bg1="lt1" tx1="dk1" bg2="lt2" tx2="dk2" accent1="accent1" accent2="accent2" accent3="accent3" accent4="accent4" accent5="accent5" accent6="accent6" hlink="hlink" folHlink="folHlink"/>
  <p:sldLayoutIdLst>
    <p:sldLayoutId id="2147483649" r:id="rId1"/>
    <p:sldLayoutId id="2147483661" r:id="rId2"/>
    <p:sldLayoutId id="2147483662" r:id="rId3"/>
    <p:sldLayoutId id="2147483664" r:id="rId4"/>
    <p:sldLayoutId id="2147483650" r:id="rId5"/>
    <p:sldLayoutId id="2147483651" r:id="rId6"/>
    <p:sldLayoutId id="2147483652" r:id="rId7"/>
    <p:sldLayoutId id="2147483654" r:id="rId8"/>
    <p:sldLayoutId id="2147483655" r:id="rId9"/>
    <p:sldLayoutId id="2147483663" r:id="rId10"/>
  </p:sldLayoutIdLst>
  <p:txStyles>
    <p:titleStyle>
      <a:lvl1pPr algn="l" defTabSz="914400" rtl="0" eaLnBrk="1" latinLnBrk="0" hangingPunct="1">
        <a:lnSpc>
          <a:spcPct val="90000"/>
        </a:lnSpc>
        <a:spcBef>
          <a:spcPct val="0"/>
        </a:spcBef>
        <a:buNone/>
        <a:defRPr sz="4800" b="1" kern="1200">
          <a:solidFill>
            <a:schemeClr val="bg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solidFill>
          <a:latin typeface="Calibri" panose="020F0502020204030204" pitchFamily="34" charset="0"/>
          <a:ea typeface="+mn-ea"/>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Calibri" panose="020F0502020204030204" pitchFamily="34" charset="0"/>
          <a:ea typeface="+mn-ea"/>
          <a:cs typeface="Calibri" panose="020F05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solidFill>
          <a:latin typeface="Calibri" panose="020F0502020204030204" pitchFamily="34" charset="0"/>
          <a:ea typeface="+mn-ea"/>
          <a:cs typeface="Calibri" panose="020F05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solidFill>
          <a:latin typeface="Calibri" panose="020F0502020204030204" pitchFamily="34" charset="0"/>
          <a:ea typeface="+mn-ea"/>
          <a:cs typeface="Calibri" panose="020F05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solidFill>
          <a:latin typeface="Calibri" panose="020F0502020204030204" pitchFamily="34" charset="0"/>
          <a:ea typeface="+mn-ea"/>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 name="Group 3"/>
          <p:cNvGrpSpPr/>
          <p:nvPr userDrawn="1"/>
        </p:nvGrpSpPr>
        <p:grpSpPr>
          <a:xfrm>
            <a:off x="9120" y="5439305"/>
            <a:ext cx="12182880" cy="1409275"/>
            <a:chOff x="9120" y="1065143"/>
            <a:chExt cx="12182880" cy="1409275"/>
          </a:xfrm>
        </p:grpSpPr>
        <p:sp>
          <p:nvSpPr>
            <p:cNvPr id="120" name="Rectangle 2"/>
            <p:cNvSpPr/>
            <p:nvPr userDrawn="1"/>
          </p:nvSpPr>
          <p:spPr>
            <a:xfrm>
              <a:off x="9120" y="1065143"/>
              <a:ext cx="12182880" cy="1351132"/>
            </a:xfrm>
            <a:custGeom>
              <a:avLst/>
              <a:gdLst>
                <a:gd name="connsiteX0" fmla="*/ 0 w 12182880"/>
                <a:gd name="connsiteY0" fmla="*/ 0 h 901620"/>
                <a:gd name="connsiteX1" fmla="*/ 12182880 w 12182880"/>
                <a:gd name="connsiteY1" fmla="*/ 0 h 901620"/>
                <a:gd name="connsiteX2" fmla="*/ 12182880 w 12182880"/>
                <a:gd name="connsiteY2" fmla="*/ 901620 h 901620"/>
                <a:gd name="connsiteX3" fmla="*/ 0 w 12182880"/>
                <a:gd name="connsiteY3" fmla="*/ 901620 h 901620"/>
                <a:gd name="connsiteX4" fmla="*/ 0 w 12182880"/>
                <a:gd name="connsiteY4" fmla="*/ 0 h 901620"/>
                <a:gd name="connsiteX0" fmla="*/ 0 w 12182880"/>
                <a:gd name="connsiteY0" fmla="*/ 342900 h 901620"/>
                <a:gd name="connsiteX1" fmla="*/ 12182880 w 12182880"/>
                <a:gd name="connsiteY1" fmla="*/ 0 h 901620"/>
                <a:gd name="connsiteX2" fmla="*/ 12182880 w 12182880"/>
                <a:gd name="connsiteY2" fmla="*/ 901620 h 901620"/>
                <a:gd name="connsiteX3" fmla="*/ 0 w 12182880"/>
                <a:gd name="connsiteY3" fmla="*/ 901620 h 901620"/>
                <a:gd name="connsiteX4" fmla="*/ 0 w 12182880"/>
                <a:gd name="connsiteY4" fmla="*/ 342900 h 901620"/>
                <a:gd name="connsiteX0" fmla="*/ 0 w 12182880"/>
                <a:gd name="connsiteY0" fmla="*/ 342900 h 901620"/>
                <a:gd name="connsiteX1" fmla="*/ 5353455 w 12182880"/>
                <a:gd name="connsiteY1" fmla="*/ 187244 h 901620"/>
                <a:gd name="connsiteX2" fmla="*/ 12182880 w 12182880"/>
                <a:gd name="connsiteY2" fmla="*/ 0 h 901620"/>
                <a:gd name="connsiteX3" fmla="*/ 12182880 w 12182880"/>
                <a:gd name="connsiteY3" fmla="*/ 901620 h 901620"/>
                <a:gd name="connsiteX4" fmla="*/ 0 w 12182880"/>
                <a:gd name="connsiteY4" fmla="*/ 901620 h 901620"/>
                <a:gd name="connsiteX5" fmla="*/ 0 w 12182880"/>
                <a:gd name="connsiteY5" fmla="*/ 342900 h 901620"/>
                <a:gd name="connsiteX0" fmla="*/ 0 w 12182880"/>
                <a:gd name="connsiteY0" fmla="*/ 374731 h 933451"/>
                <a:gd name="connsiteX1" fmla="*/ 5353455 w 12182880"/>
                <a:gd name="connsiteY1" fmla="*/ 219075 h 933451"/>
                <a:gd name="connsiteX2" fmla="*/ 12182880 w 12182880"/>
                <a:gd name="connsiteY2" fmla="*/ 31831 h 933451"/>
                <a:gd name="connsiteX3" fmla="*/ 12182880 w 12182880"/>
                <a:gd name="connsiteY3" fmla="*/ 933451 h 933451"/>
                <a:gd name="connsiteX4" fmla="*/ 0 w 12182880"/>
                <a:gd name="connsiteY4" fmla="*/ 933451 h 933451"/>
                <a:gd name="connsiteX5" fmla="*/ 0 w 12182880"/>
                <a:gd name="connsiteY5" fmla="*/ 374731 h 933451"/>
                <a:gd name="connsiteX0" fmla="*/ 0 w 12182880"/>
                <a:gd name="connsiteY0" fmla="*/ 355925 h 914645"/>
                <a:gd name="connsiteX1" fmla="*/ 5410605 w 12182880"/>
                <a:gd name="connsiteY1" fmla="*/ 686044 h 914645"/>
                <a:gd name="connsiteX2" fmla="*/ 12182880 w 12182880"/>
                <a:gd name="connsiteY2" fmla="*/ 13025 h 914645"/>
                <a:gd name="connsiteX3" fmla="*/ 12182880 w 12182880"/>
                <a:gd name="connsiteY3" fmla="*/ 914645 h 914645"/>
                <a:gd name="connsiteX4" fmla="*/ 0 w 12182880"/>
                <a:gd name="connsiteY4" fmla="*/ 914645 h 914645"/>
                <a:gd name="connsiteX5" fmla="*/ 0 w 12182880"/>
                <a:gd name="connsiteY5" fmla="*/ 355925 h 914645"/>
                <a:gd name="connsiteX0" fmla="*/ 0 w 12182880"/>
                <a:gd name="connsiteY0" fmla="*/ 355925 h 914645"/>
                <a:gd name="connsiteX1" fmla="*/ 5410605 w 12182880"/>
                <a:gd name="connsiteY1" fmla="*/ 686044 h 914645"/>
                <a:gd name="connsiteX2" fmla="*/ 12182880 w 12182880"/>
                <a:gd name="connsiteY2" fmla="*/ 13025 h 914645"/>
                <a:gd name="connsiteX3" fmla="*/ 12182880 w 12182880"/>
                <a:gd name="connsiteY3" fmla="*/ 914645 h 914645"/>
                <a:gd name="connsiteX4" fmla="*/ 0 w 12182880"/>
                <a:gd name="connsiteY4" fmla="*/ 914645 h 914645"/>
                <a:gd name="connsiteX5" fmla="*/ 0 w 12182880"/>
                <a:gd name="connsiteY5" fmla="*/ 355925 h 914645"/>
                <a:gd name="connsiteX0" fmla="*/ 0 w 12182880"/>
                <a:gd name="connsiteY0" fmla="*/ 355925 h 914645"/>
                <a:gd name="connsiteX1" fmla="*/ 5410605 w 12182880"/>
                <a:gd name="connsiteY1" fmla="*/ 686044 h 914645"/>
                <a:gd name="connsiteX2" fmla="*/ 12182880 w 12182880"/>
                <a:gd name="connsiteY2" fmla="*/ 13025 h 914645"/>
                <a:gd name="connsiteX3" fmla="*/ 12182880 w 12182880"/>
                <a:gd name="connsiteY3" fmla="*/ 914645 h 914645"/>
                <a:gd name="connsiteX4" fmla="*/ 0 w 12182880"/>
                <a:gd name="connsiteY4" fmla="*/ 914645 h 914645"/>
                <a:gd name="connsiteX5" fmla="*/ 0 w 12182880"/>
                <a:gd name="connsiteY5" fmla="*/ 355925 h 914645"/>
                <a:gd name="connsiteX0" fmla="*/ 0 w 12182880"/>
                <a:gd name="connsiteY0" fmla="*/ 354477 h 913197"/>
                <a:gd name="connsiteX1" fmla="*/ 5410605 w 12182880"/>
                <a:gd name="connsiteY1" fmla="*/ 684596 h 913197"/>
                <a:gd name="connsiteX2" fmla="*/ 12182880 w 12182880"/>
                <a:gd name="connsiteY2" fmla="*/ 11577 h 913197"/>
                <a:gd name="connsiteX3" fmla="*/ 12182880 w 12182880"/>
                <a:gd name="connsiteY3" fmla="*/ 913197 h 913197"/>
                <a:gd name="connsiteX4" fmla="*/ 0 w 12182880"/>
                <a:gd name="connsiteY4" fmla="*/ 913197 h 913197"/>
                <a:gd name="connsiteX5" fmla="*/ 0 w 12182880"/>
                <a:gd name="connsiteY5" fmla="*/ 354477 h 913197"/>
                <a:gd name="connsiteX0" fmla="*/ 0 w 12182880"/>
                <a:gd name="connsiteY0" fmla="*/ 342900 h 901620"/>
                <a:gd name="connsiteX1" fmla="*/ 5410605 w 12182880"/>
                <a:gd name="connsiteY1" fmla="*/ 673019 h 901620"/>
                <a:gd name="connsiteX2" fmla="*/ 12182880 w 12182880"/>
                <a:gd name="connsiteY2" fmla="*/ 0 h 901620"/>
                <a:gd name="connsiteX3" fmla="*/ 12182880 w 12182880"/>
                <a:gd name="connsiteY3" fmla="*/ 901620 h 901620"/>
                <a:gd name="connsiteX4" fmla="*/ 0 w 12182880"/>
                <a:gd name="connsiteY4" fmla="*/ 901620 h 901620"/>
                <a:gd name="connsiteX5" fmla="*/ 0 w 12182880"/>
                <a:gd name="connsiteY5" fmla="*/ 342900 h 901620"/>
                <a:gd name="connsiteX0" fmla="*/ 0 w 12182880"/>
                <a:gd name="connsiteY0" fmla="*/ 342900 h 901620"/>
                <a:gd name="connsiteX1" fmla="*/ 5410605 w 12182880"/>
                <a:gd name="connsiteY1" fmla="*/ 696077 h 901620"/>
                <a:gd name="connsiteX2" fmla="*/ 12182880 w 12182880"/>
                <a:gd name="connsiteY2" fmla="*/ 0 h 901620"/>
                <a:gd name="connsiteX3" fmla="*/ 12182880 w 12182880"/>
                <a:gd name="connsiteY3" fmla="*/ 901620 h 901620"/>
                <a:gd name="connsiteX4" fmla="*/ 0 w 12182880"/>
                <a:gd name="connsiteY4" fmla="*/ 901620 h 901620"/>
                <a:gd name="connsiteX5" fmla="*/ 0 w 12182880"/>
                <a:gd name="connsiteY5" fmla="*/ 342900 h 901620"/>
                <a:gd name="connsiteX0" fmla="*/ 0 w 12182880"/>
                <a:gd name="connsiteY0" fmla="*/ 342900 h 901620"/>
                <a:gd name="connsiteX1" fmla="*/ 5410605 w 12182880"/>
                <a:gd name="connsiteY1" fmla="*/ 696077 h 901620"/>
                <a:gd name="connsiteX2" fmla="*/ 12182880 w 12182880"/>
                <a:gd name="connsiteY2" fmla="*/ 0 h 901620"/>
                <a:gd name="connsiteX3" fmla="*/ 12182880 w 12182880"/>
                <a:gd name="connsiteY3" fmla="*/ 901620 h 901620"/>
                <a:gd name="connsiteX4" fmla="*/ 0 w 12182880"/>
                <a:gd name="connsiteY4" fmla="*/ 901620 h 901620"/>
                <a:gd name="connsiteX5" fmla="*/ 0 w 12182880"/>
                <a:gd name="connsiteY5" fmla="*/ 342900 h 901620"/>
                <a:gd name="connsiteX0" fmla="*/ 0 w 12182880"/>
                <a:gd name="connsiteY0" fmla="*/ 342900 h 901620"/>
                <a:gd name="connsiteX1" fmla="*/ 5410605 w 12182880"/>
                <a:gd name="connsiteY1" fmla="*/ 696077 h 901620"/>
                <a:gd name="connsiteX2" fmla="*/ 12182880 w 12182880"/>
                <a:gd name="connsiteY2" fmla="*/ 0 h 901620"/>
                <a:gd name="connsiteX3" fmla="*/ 12182880 w 12182880"/>
                <a:gd name="connsiteY3" fmla="*/ 901620 h 901620"/>
                <a:gd name="connsiteX4" fmla="*/ 0 w 12182880"/>
                <a:gd name="connsiteY4" fmla="*/ 901620 h 901620"/>
                <a:gd name="connsiteX5" fmla="*/ 0 w 12182880"/>
                <a:gd name="connsiteY5" fmla="*/ 342900 h 901620"/>
                <a:gd name="connsiteX0" fmla="*/ 0 w 12182880"/>
                <a:gd name="connsiteY0" fmla="*/ 342900 h 901620"/>
                <a:gd name="connsiteX1" fmla="*/ 5410605 w 12182880"/>
                <a:gd name="connsiteY1" fmla="*/ 696077 h 901620"/>
                <a:gd name="connsiteX2" fmla="*/ 12182880 w 12182880"/>
                <a:gd name="connsiteY2" fmla="*/ 0 h 901620"/>
                <a:gd name="connsiteX3" fmla="*/ 12182880 w 12182880"/>
                <a:gd name="connsiteY3" fmla="*/ 901620 h 901620"/>
                <a:gd name="connsiteX4" fmla="*/ 0 w 12182880"/>
                <a:gd name="connsiteY4" fmla="*/ 901620 h 901620"/>
                <a:gd name="connsiteX5" fmla="*/ 0 w 12182880"/>
                <a:gd name="connsiteY5" fmla="*/ 342900 h 901620"/>
                <a:gd name="connsiteX0" fmla="*/ 0 w 12182880"/>
                <a:gd name="connsiteY0" fmla="*/ 342900 h 901620"/>
                <a:gd name="connsiteX1" fmla="*/ 5410605 w 12182880"/>
                <a:gd name="connsiteY1" fmla="*/ 696077 h 901620"/>
                <a:gd name="connsiteX2" fmla="*/ 12182880 w 12182880"/>
                <a:gd name="connsiteY2" fmla="*/ 0 h 901620"/>
                <a:gd name="connsiteX3" fmla="*/ 12182880 w 12182880"/>
                <a:gd name="connsiteY3" fmla="*/ 901620 h 901620"/>
                <a:gd name="connsiteX4" fmla="*/ 0 w 12182880"/>
                <a:gd name="connsiteY4" fmla="*/ 901620 h 901620"/>
                <a:gd name="connsiteX5" fmla="*/ 0 w 12182880"/>
                <a:gd name="connsiteY5" fmla="*/ 342900 h 901620"/>
                <a:gd name="connsiteX0" fmla="*/ 0 w 12182880"/>
                <a:gd name="connsiteY0" fmla="*/ 342900 h 901620"/>
                <a:gd name="connsiteX1" fmla="*/ 5410605 w 12182880"/>
                <a:gd name="connsiteY1" fmla="*/ 696077 h 901620"/>
                <a:gd name="connsiteX2" fmla="*/ 12182880 w 12182880"/>
                <a:gd name="connsiteY2" fmla="*/ 0 h 901620"/>
                <a:gd name="connsiteX3" fmla="*/ 12182880 w 12182880"/>
                <a:gd name="connsiteY3" fmla="*/ 901620 h 901620"/>
                <a:gd name="connsiteX4" fmla="*/ 0 w 12182880"/>
                <a:gd name="connsiteY4" fmla="*/ 901620 h 901620"/>
                <a:gd name="connsiteX5" fmla="*/ 0 w 12182880"/>
                <a:gd name="connsiteY5" fmla="*/ 342900 h 901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2880" h="901620">
                  <a:moveTo>
                    <a:pt x="0" y="342900"/>
                  </a:moveTo>
                  <a:cubicBezTo>
                    <a:pt x="882718" y="452437"/>
                    <a:pt x="3389650" y="718640"/>
                    <a:pt x="5410605" y="696077"/>
                  </a:cubicBezTo>
                  <a:cubicBezTo>
                    <a:pt x="7431560" y="709115"/>
                    <a:pt x="10997018" y="287343"/>
                    <a:pt x="12182880" y="0"/>
                  </a:cubicBezTo>
                  <a:lnTo>
                    <a:pt x="12182880" y="901620"/>
                  </a:lnTo>
                  <a:lnTo>
                    <a:pt x="0" y="901620"/>
                  </a:lnTo>
                  <a:lnTo>
                    <a:pt x="0" y="3429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Rectangle 2"/>
            <p:cNvSpPr/>
            <p:nvPr userDrawn="1"/>
          </p:nvSpPr>
          <p:spPr>
            <a:xfrm>
              <a:off x="9120" y="1572798"/>
              <a:ext cx="12182880" cy="901620"/>
            </a:xfrm>
            <a:custGeom>
              <a:avLst/>
              <a:gdLst>
                <a:gd name="connsiteX0" fmla="*/ 0 w 12182880"/>
                <a:gd name="connsiteY0" fmla="*/ 0 h 901620"/>
                <a:gd name="connsiteX1" fmla="*/ 12182880 w 12182880"/>
                <a:gd name="connsiteY1" fmla="*/ 0 h 901620"/>
                <a:gd name="connsiteX2" fmla="*/ 12182880 w 12182880"/>
                <a:gd name="connsiteY2" fmla="*/ 901620 h 901620"/>
                <a:gd name="connsiteX3" fmla="*/ 0 w 12182880"/>
                <a:gd name="connsiteY3" fmla="*/ 901620 h 901620"/>
                <a:gd name="connsiteX4" fmla="*/ 0 w 12182880"/>
                <a:gd name="connsiteY4" fmla="*/ 0 h 901620"/>
                <a:gd name="connsiteX0" fmla="*/ 0 w 12182880"/>
                <a:gd name="connsiteY0" fmla="*/ 342900 h 901620"/>
                <a:gd name="connsiteX1" fmla="*/ 12182880 w 12182880"/>
                <a:gd name="connsiteY1" fmla="*/ 0 h 901620"/>
                <a:gd name="connsiteX2" fmla="*/ 12182880 w 12182880"/>
                <a:gd name="connsiteY2" fmla="*/ 901620 h 901620"/>
                <a:gd name="connsiteX3" fmla="*/ 0 w 12182880"/>
                <a:gd name="connsiteY3" fmla="*/ 901620 h 901620"/>
                <a:gd name="connsiteX4" fmla="*/ 0 w 12182880"/>
                <a:gd name="connsiteY4" fmla="*/ 342900 h 901620"/>
                <a:gd name="connsiteX0" fmla="*/ 0 w 12182880"/>
                <a:gd name="connsiteY0" fmla="*/ 342900 h 901620"/>
                <a:gd name="connsiteX1" fmla="*/ 5353455 w 12182880"/>
                <a:gd name="connsiteY1" fmla="*/ 187244 h 901620"/>
                <a:gd name="connsiteX2" fmla="*/ 12182880 w 12182880"/>
                <a:gd name="connsiteY2" fmla="*/ 0 h 901620"/>
                <a:gd name="connsiteX3" fmla="*/ 12182880 w 12182880"/>
                <a:gd name="connsiteY3" fmla="*/ 901620 h 901620"/>
                <a:gd name="connsiteX4" fmla="*/ 0 w 12182880"/>
                <a:gd name="connsiteY4" fmla="*/ 901620 h 901620"/>
                <a:gd name="connsiteX5" fmla="*/ 0 w 12182880"/>
                <a:gd name="connsiteY5" fmla="*/ 342900 h 901620"/>
                <a:gd name="connsiteX0" fmla="*/ 0 w 12182880"/>
                <a:gd name="connsiteY0" fmla="*/ 374731 h 933451"/>
                <a:gd name="connsiteX1" fmla="*/ 5353455 w 12182880"/>
                <a:gd name="connsiteY1" fmla="*/ 219075 h 933451"/>
                <a:gd name="connsiteX2" fmla="*/ 12182880 w 12182880"/>
                <a:gd name="connsiteY2" fmla="*/ 31831 h 933451"/>
                <a:gd name="connsiteX3" fmla="*/ 12182880 w 12182880"/>
                <a:gd name="connsiteY3" fmla="*/ 933451 h 933451"/>
                <a:gd name="connsiteX4" fmla="*/ 0 w 12182880"/>
                <a:gd name="connsiteY4" fmla="*/ 933451 h 933451"/>
                <a:gd name="connsiteX5" fmla="*/ 0 w 12182880"/>
                <a:gd name="connsiteY5" fmla="*/ 374731 h 933451"/>
                <a:gd name="connsiteX0" fmla="*/ 0 w 12182880"/>
                <a:gd name="connsiteY0" fmla="*/ 355925 h 914645"/>
                <a:gd name="connsiteX1" fmla="*/ 5410605 w 12182880"/>
                <a:gd name="connsiteY1" fmla="*/ 686044 h 914645"/>
                <a:gd name="connsiteX2" fmla="*/ 12182880 w 12182880"/>
                <a:gd name="connsiteY2" fmla="*/ 13025 h 914645"/>
                <a:gd name="connsiteX3" fmla="*/ 12182880 w 12182880"/>
                <a:gd name="connsiteY3" fmla="*/ 914645 h 914645"/>
                <a:gd name="connsiteX4" fmla="*/ 0 w 12182880"/>
                <a:gd name="connsiteY4" fmla="*/ 914645 h 914645"/>
                <a:gd name="connsiteX5" fmla="*/ 0 w 12182880"/>
                <a:gd name="connsiteY5" fmla="*/ 355925 h 914645"/>
                <a:gd name="connsiteX0" fmla="*/ 0 w 12182880"/>
                <a:gd name="connsiteY0" fmla="*/ 355925 h 914645"/>
                <a:gd name="connsiteX1" fmla="*/ 5410605 w 12182880"/>
                <a:gd name="connsiteY1" fmla="*/ 686044 h 914645"/>
                <a:gd name="connsiteX2" fmla="*/ 12182880 w 12182880"/>
                <a:gd name="connsiteY2" fmla="*/ 13025 h 914645"/>
                <a:gd name="connsiteX3" fmla="*/ 12182880 w 12182880"/>
                <a:gd name="connsiteY3" fmla="*/ 914645 h 914645"/>
                <a:gd name="connsiteX4" fmla="*/ 0 w 12182880"/>
                <a:gd name="connsiteY4" fmla="*/ 914645 h 914645"/>
                <a:gd name="connsiteX5" fmla="*/ 0 w 12182880"/>
                <a:gd name="connsiteY5" fmla="*/ 355925 h 914645"/>
                <a:gd name="connsiteX0" fmla="*/ 0 w 12182880"/>
                <a:gd name="connsiteY0" fmla="*/ 355925 h 914645"/>
                <a:gd name="connsiteX1" fmla="*/ 5410605 w 12182880"/>
                <a:gd name="connsiteY1" fmla="*/ 686044 h 914645"/>
                <a:gd name="connsiteX2" fmla="*/ 12182880 w 12182880"/>
                <a:gd name="connsiteY2" fmla="*/ 13025 h 914645"/>
                <a:gd name="connsiteX3" fmla="*/ 12182880 w 12182880"/>
                <a:gd name="connsiteY3" fmla="*/ 914645 h 914645"/>
                <a:gd name="connsiteX4" fmla="*/ 0 w 12182880"/>
                <a:gd name="connsiteY4" fmla="*/ 914645 h 914645"/>
                <a:gd name="connsiteX5" fmla="*/ 0 w 12182880"/>
                <a:gd name="connsiteY5" fmla="*/ 355925 h 914645"/>
                <a:gd name="connsiteX0" fmla="*/ 0 w 12182880"/>
                <a:gd name="connsiteY0" fmla="*/ 354477 h 913197"/>
                <a:gd name="connsiteX1" fmla="*/ 5410605 w 12182880"/>
                <a:gd name="connsiteY1" fmla="*/ 684596 h 913197"/>
                <a:gd name="connsiteX2" fmla="*/ 12182880 w 12182880"/>
                <a:gd name="connsiteY2" fmla="*/ 11577 h 913197"/>
                <a:gd name="connsiteX3" fmla="*/ 12182880 w 12182880"/>
                <a:gd name="connsiteY3" fmla="*/ 913197 h 913197"/>
                <a:gd name="connsiteX4" fmla="*/ 0 w 12182880"/>
                <a:gd name="connsiteY4" fmla="*/ 913197 h 913197"/>
                <a:gd name="connsiteX5" fmla="*/ 0 w 12182880"/>
                <a:gd name="connsiteY5" fmla="*/ 354477 h 913197"/>
                <a:gd name="connsiteX0" fmla="*/ 0 w 12182880"/>
                <a:gd name="connsiteY0" fmla="*/ 342900 h 901620"/>
                <a:gd name="connsiteX1" fmla="*/ 5410605 w 12182880"/>
                <a:gd name="connsiteY1" fmla="*/ 673019 h 901620"/>
                <a:gd name="connsiteX2" fmla="*/ 12182880 w 12182880"/>
                <a:gd name="connsiteY2" fmla="*/ 0 h 901620"/>
                <a:gd name="connsiteX3" fmla="*/ 12182880 w 12182880"/>
                <a:gd name="connsiteY3" fmla="*/ 901620 h 901620"/>
                <a:gd name="connsiteX4" fmla="*/ 0 w 12182880"/>
                <a:gd name="connsiteY4" fmla="*/ 901620 h 901620"/>
                <a:gd name="connsiteX5" fmla="*/ 0 w 12182880"/>
                <a:gd name="connsiteY5" fmla="*/ 342900 h 901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2880" h="901620">
                  <a:moveTo>
                    <a:pt x="0" y="342900"/>
                  </a:moveTo>
                  <a:cubicBezTo>
                    <a:pt x="882718" y="452437"/>
                    <a:pt x="3380125" y="730169"/>
                    <a:pt x="5410605" y="673019"/>
                  </a:cubicBezTo>
                  <a:cubicBezTo>
                    <a:pt x="7431560" y="720644"/>
                    <a:pt x="11101793" y="280987"/>
                    <a:pt x="12182880" y="0"/>
                  </a:cubicBezTo>
                  <a:lnTo>
                    <a:pt x="12182880" y="901620"/>
                  </a:lnTo>
                  <a:lnTo>
                    <a:pt x="0" y="901620"/>
                  </a:lnTo>
                  <a:lnTo>
                    <a:pt x="0" y="3429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2"/>
            <p:cNvSpPr/>
            <p:nvPr userDrawn="1"/>
          </p:nvSpPr>
          <p:spPr>
            <a:xfrm>
              <a:off x="9120" y="1212847"/>
              <a:ext cx="12182880" cy="1005337"/>
            </a:xfrm>
            <a:custGeom>
              <a:avLst/>
              <a:gdLst>
                <a:gd name="connsiteX0" fmla="*/ 0 w 12182880"/>
                <a:gd name="connsiteY0" fmla="*/ 0 h 901620"/>
                <a:gd name="connsiteX1" fmla="*/ 12182880 w 12182880"/>
                <a:gd name="connsiteY1" fmla="*/ 0 h 901620"/>
                <a:gd name="connsiteX2" fmla="*/ 12182880 w 12182880"/>
                <a:gd name="connsiteY2" fmla="*/ 901620 h 901620"/>
                <a:gd name="connsiteX3" fmla="*/ 0 w 12182880"/>
                <a:gd name="connsiteY3" fmla="*/ 901620 h 901620"/>
                <a:gd name="connsiteX4" fmla="*/ 0 w 12182880"/>
                <a:gd name="connsiteY4" fmla="*/ 0 h 901620"/>
                <a:gd name="connsiteX0" fmla="*/ 0 w 12182880"/>
                <a:gd name="connsiteY0" fmla="*/ 342900 h 901620"/>
                <a:gd name="connsiteX1" fmla="*/ 12182880 w 12182880"/>
                <a:gd name="connsiteY1" fmla="*/ 0 h 901620"/>
                <a:gd name="connsiteX2" fmla="*/ 12182880 w 12182880"/>
                <a:gd name="connsiteY2" fmla="*/ 901620 h 901620"/>
                <a:gd name="connsiteX3" fmla="*/ 0 w 12182880"/>
                <a:gd name="connsiteY3" fmla="*/ 901620 h 901620"/>
                <a:gd name="connsiteX4" fmla="*/ 0 w 12182880"/>
                <a:gd name="connsiteY4" fmla="*/ 342900 h 901620"/>
                <a:gd name="connsiteX0" fmla="*/ 0 w 12182880"/>
                <a:gd name="connsiteY0" fmla="*/ 342900 h 901620"/>
                <a:gd name="connsiteX1" fmla="*/ 5353455 w 12182880"/>
                <a:gd name="connsiteY1" fmla="*/ 187244 h 901620"/>
                <a:gd name="connsiteX2" fmla="*/ 12182880 w 12182880"/>
                <a:gd name="connsiteY2" fmla="*/ 0 h 901620"/>
                <a:gd name="connsiteX3" fmla="*/ 12182880 w 12182880"/>
                <a:gd name="connsiteY3" fmla="*/ 901620 h 901620"/>
                <a:gd name="connsiteX4" fmla="*/ 0 w 12182880"/>
                <a:gd name="connsiteY4" fmla="*/ 901620 h 901620"/>
                <a:gd name="connsiteX5" fmla="*/ 0 w 12182880"/>
                <a:gd name="connsiteY5" fmla="*/ 342900 h 901620"/>
                <a:gd name="connsiteX0" fmla="*/ 0 w 12182880"/>
                <a:gd name="connsiteY0" fmla="*/ 374731 h 933451"/>
                <a:gd name="connsiteX1" fmla="*/ 5353455 w 12182880"/>
                <a:gd name="connsiteY1" fmla="*/ 219075 h 933451"/>
                <a:gd name="connsiteX2" fmla="*/ 12182880 w 12182880"/>
                <a:gd name="connsiteY2" fmla="*/ 31831 h 933451"/>
                <a:gd name="connsiteX3" fmla="*/ 12182880 w 12182880"/>
                <a:gd name="connsiteY3" fmla="*/ 933451 h 933451"/>
                <a:gd name="connsiteX4" fmla="*/ 0 w 12182880"/>
                <a:gd name="connsiteY4" fmla="*/ 933451 h 933451"/>
                <a:gd name="connsiteX5" fmla="*/ 0 w 12182880"/>
                <a:gd name="connsiteY5" fmla="*/ 374731 h 933451"/>
                <a:gd name="connsiteX0" fmla="*/ 0 w 12182880"/>
                <a:gd name="connsiteY0" fmla="*/ 355925 h 914645"/>
                <a:gd name="connsiteX1" fmla="*/ 5410605 w 12182880"/>
                <a:gd name="connsiteY1" fmla="*/ 686044 h 914645"/>
                <a:gd name="connsiteX2" fmla="*/ 12182880 w 12182880"/>
                <a:gd name="connsiteY2" fmla="*/ 13025 h 914645"/>
                <a:gd name="connsiteX3" fmla="*/ 12182880 w 12182880"/>
                <a:gd name="connsiteY3" fmla="*/ 914645 h 914645"/>
                <a:gd name="connsiteX4" fmla="*/ 0 w 12182880"/>
                <a:gd name="connsiteY4" fmla="*/ 914645 h 914645"/>
                <a:gd name="connsiteX5" fmla="*/ 0 w 12182880"/>
                <a:gd name="connsiteY5" fmla="*/ 355925 h 914645"/>
                <a:gd name="connsiteX0" fmla="*/ 0 w 12182880"/>
                <a:gd name="connsiteY0" fmla="*/ 355925 h 914645"/>
                <a:gd name="connsiteX1" fmla="*/ 5410605 w 12182880"/>
                <a:gd name="connsiteY1" fmla="*/ 686044 h 914645"/>
                <a:gd name="connsiteX2" fmla="*/ 12182880 w 12182880"/>
                <a:gd name="connsiteY2" fmla="*/ 13025 h 914645"/>
                <a:gd name="connsiteX3" fmla="*/ 12182880 w 12182880"/>
                <a:gd name="connsiteY3" fmla="*/ 914645 h 914645"/>
                <a:gd name="connsiteX4" fmla="*/ 0 w 12182880"/>
                <a:gd name="connsiteY4" fmla="*/ 914645 h 914645"/>
                <a:gd name="connsiteX5" fmla="*/ 0 w 12182880"/>
                <a:gd name="connsiteY5" fmla="*/ 355925 h 914645"/>
                <a:gd name="connsiteX0" fmla="*/ 0 w 12182880"/>
                <a:gd name="connsiteY0" fmla="*/ 355925 h 914645"/>
                <a:gd name="connsiteX1" fmla="*/ 5410605 w 12182880"/>
                <a:gd name="connsiteY1" fmla="*/ 686044 h 914645"/>
                <a:gd name="connsiteX2" fmla="*/ 12182880 w 12182880"/>
                <a:gd name="connsiteY2" fmla="*/ 13025 h 914645"/>
                <a:gd name="connsiteX3" fmla="*/ 12182880 w 12182880"/>
                <a:gd name="connsiteY3" fmla="*/ 914645 h 914645"/>
                <a:gd name="connsiteX4" fmla="*/ 0 w 12182880"/>
                <a:gd name="connsiteY4" fmla="*/ 914645 h 914645"/>
                <a:gd name="connsiteX5" fmla="*/ 0 w 12182880"/>
                <a:gd name="connsiteY5" fmla="*/ 355925 h 914645"/>
                <a:gd name="connsiteX0" fmla="*/ 0 w 12182880"/>
                <a:gd name="connsiteY0" fmla="*/ 354477 h 913197"/>
                <a:gd name="connsiteX1" fmla="*/ 5410605 w 12182880"/>
                <a:gd name="connsiteY1" fmla="*/ 684596 h 913197"/>
                <a:gd name="connsiteX2" fmla="*/ 12182880 w 12182880"/>
                <a:gd name="connsiteY2" fmla="*/ 11577 h 913197"/>
                <a:gd name="connsiteX3" fmla="*/ 12182880 w 12182880"/>
                <a:gd name="connsiteY3" fmla="*/ 913197 h 913197"/>
                <a:gd name="connsiteX4" fmla="*/ 0 w 12182880"/>
                <a:gd name="connsiteY4" fmla="*/ 913197 h 913197"/>
                <a:gd name="connsiteX5" fmla="*/ 0 w 12182880"/>
                <a:gd name="connsiteY5" fmla="*/ 354477 h 913197"/>
                <a:gd name="connsiteX0" fmla="*/ 0 w 12182880"/>
                <a:gd name="connsiteY0" fmla="*/ 342900 h 901620"/>
                <a:gd name="connsiteX1" fmla="*/ 5410605 w 12182880"/>
                <a:gd name="connsiteY1" fmla="*/ 673019 h 901620"/>
                <a:gd name="connsiteX2" fmla="*/ 12182880 w 12182880"/>
                <a:gd name="connsiteY2" fmla="*/ 0 h 901620"/>
                <a:gd name="connsiteX3" fmla="*/ 12182880 w 12182880"/>
                <a:gd name="connsiteY3" fmla="*/ 901620 h 901620"/>
                <a:gd name="connsiteX4" fmla="*/ 0 w 12182880"/>
                <a:gd name="connsiteY4" fmla="*/ 901620 h 901620"/>
                <a:gd name="connsiteX5" fmla="*/ 0 w 12182880"/>
                <a:gd name="connsiteY5" fmla="*/ 342900 h 901620"/>
                <a:gd name="connsiteX0" fmla="*/ 0 w 12182880"/>
                <a:gd name="connsiteY0" fmla="*/ 342900 h 901620"/>
                <a:gd name="connsiteX1" fmla="*/ 5410605 w 12182880"/>
                <a:gd name="connsiteY1" fmla="*/ 696077 h 901620"/>
                <a:gd name="connsiteX2" fmla="*/ 12182880 w 12182880"/>
                <a:gd name="connsiteY2" fmla="*/ 0 h 901620"/>
                <a:gd name="connsiteX3" fmla="*/ 12182880 w 12182880"/>
                <a:gd name="connsiteY3" fmla="*/ 901620 h 901620"/>
                <a:gd name="connsiteX4" fmla="*/ 0 w 12182880"/>
                <a:gd name="connsiteY4" fmla="*/ 901620 h 901620"/>
                <a:gd name="connsiteX5" fmla="*/ 0 w 12182880"/>
                <a:gd name="connsiteY5" fmla="*/ 342900 h 901620"/>
                <a:gd name="connsiteX0" fmla="*/ 0 w 12182880"/>
                <a:gd name="connsiteY0" fmla="*/ 342900 h 901620"/>
                <a:gd name="connsiteX1" fmla="*/ 5410605 w 12182880"/>
                <a:gd name="connsiteY1" fmla="*/ 696077 h 901620"/>
                <a:gd name="connsiteX2" fmla="*/ 12182880 w 12182880"/>
                <a:gd name="connsiteY2" fmla="*/ 0 h 901620"/>
                <a:gd name="connsiteX3" fmla="*/ 12182880 w 12182880"/>
                <a:gd name="connsiteY3" fmla="*/ 901620 h 901620"/>
                <a:gd name="connsiteX4" fmla="*/ 0 w 12182880"/>
                <a:gd name="connsiteY4" fmla="*/ 901620 h 901620"/>
                <a:gd name="connsiteX5" fmla="*/ 0 w 12182880"/>
                <a:gd name="connsiteY5" fmla="*/ 342900 h 901620"/>
                <a:gd name="connsiteX0" fmla="*/ 0 w 12182880"/>
                <a:gd name="connsiteY0" fmla="*/ 342900 h 901620"/>
                <a:gd name="connsiteX1" fmla="*/ 5410605 w 12182880"/>
                <a:gd name="connsiteY1" fmla="*/ 696077 h 901620"/>
                <a:gd name="connsiteX2" fmla="*/ 12182880 w 12182880"/>
                <a:gd name="connsiteY2" fmla="*/ 0 h 901620"/>
                <a:gd name="connsiteX3" fmla="*/ 12182880 w 12182880"/>
                <a:gd name="connsiteY3" fmla="*/ 901620 h 901620"/>
                <a:gd name="connsiteX4" fmla="*/ 0 w 12182880"/>
                <a:gd name="connsiteY4" fmla="*/ 901620 h 901620"/>
                <a:gd name="connsiteX5" fmla="*/ 0 w 12182880"/>
                <a:gd name="connsiteY5" fmla="*/ 342900 h 901620"/>
                <a:gd name="connsiteX0" fmla="*/ 0 w 12182880"/>
                <a:gd name="connsiteY0" fmla="*/ 342900 h 901620"/>
                <a:gd name="connsiteX1" fmla="*/ 5410605 w 12182880"/>
                <a:gd name="connsiteY1" fmla="*/ 696077 h 901620"/>
                <a:gd name="connsiteX2" fmla="*/ 12182880 w 12182880"/>
                <a:gd name="connsiteY2" fmla="*/ 0 h 901620"/>
                <a:gd name="connsiteX3" fmla="*/ 12182880 w 12182880"/>
                <a:gd name="connsiteY3" fmla="*/ 901620 h 901620"/>
                <a:gd name="connsiteX4" fmla="*/ 0 w 12182880"/>
                <a:gd name="connsiteY4" fmla="*/ 901620 h 901620"/>
                <a:gd name="connsiteX5" fmla="*/ 0 w 12182880"/>
                <a:gd name="connsiteY5" fmla="*/ 342900 h 901620"/>
                <a:gd name="connsiteX0" fmla="*/ 0 w 12182880"/>
                <a:gd name="connsiteY0" fmla="*/ 342900 h 901620"/>
                <a:gd name="connsiteX1" fmla="*/ 5410605 w 12182880"/>
                <a:gd name="connsiteY1" fmla="*/ 696077 h 901620"/>
                <a:gd name="connsiteX2" fmla="*/ 12182880 w 12182880"/>
                <a:gd name="connsiteY2" fmla="*/ 0 h 901620"/>
                <a:gd name="connsiteX3" fmla="*/ 12182880 w 12182880"/>
                <a:gd name="connsiteY3" fmla="*/ 901620 h 901620"/>
                <a:gd name="connsiteX4" fmla="*/ 0 w 12182880"/>
                <a:gd name="connsiteY4" fmla="*/ 901620 h 901620"/>
                <a:gd name="connsiteX5" fmla="*/ 0 w 12182880"/>
                <a:gd name="connsiteY5" fmla="*/ 342900 h 901620"/>
                <a:gd name="connsiteX0" fmla="*/ 0 w 12182880"/>
                <a:gd name="connsiteY0" fmla="*/ 342900 h 901620"/>
                <a:gd name="connsiteX1" fmla="*/ 5410605 w 12182880"/>
                <a:gd name="connsiteY1" fmla="*/ 696077 h 901620"/>
                <a:gd name="connsiteX2" fmla="*/ 12182880 w 12182880"/>
                <a:gd name="connsiteY2" fmla="*/ 0 h 901620"/>
                <a:gd name="connsiteX3" fmla="*/ 12182880 w 12182880"/>
                <a:gd name="connsiteY3" fmla="*/ 901620 h 901620"/>
                <a:gd name="connsiteX4" fmla="*/ 0 w 12182880"/>
                <a:gd name="connsiteY4" fmla="*/ 901620 h 901620"/>
                <a:gd name="connsiteX5" fmla="*/ 0 w 12182880"/>
                <a:gd name="connsiteY5" fmla="*/ 342900 h 901620"/>
                <a:gd name="connsiteX0" fmla="*/ 0 w 12182880"/>
                <a:gd name="connsiteY0" fmla="*/ 342900 h 901620"/>
                <a:gd name="connsiteX1" fmla="*/ 5410605 w 12182880"/>
                <a:gd name="connsiteY1" fmla="*/ 696077 h 901620"/>
                <a:gd name="connsiteX2" fmla="*/ 12182880 w 12182880"/>
                <a:gd name="connsiteY2" fmla="*/ 0 h 901620"/>
                <a:gd name="connsiteX3" fmla="*/ 12182880 w 12182880"/>
                <a:gd name="connsiteY3" fmla="*/ 901620 h 901620"/>
                <a:gd name="connsiteX4" fmla="*/ 0 w 12182880"/>
                <a:gd name="connsiteY4" fmla="*/ 501186 h 901620"/>
                <a:gd name="connsiteX5" fmla="*/ 0 w 12182880"/>
                <a:gd name="connsiteY5" fmla="*/ 342900 h 901620"/>
                <a:gd name="connsiteX0" fmla="*/ 0 w 12182880"/>
                <a:gd name="connsiteY0" fmla="*/ 342900 h 901620"/>
                <a:gd name="connsiteX1" fmla="*/ 5410605 w 12182880"/>
                <a:gd name="connsiteY1" fmla="*/ 696077 h 901620"/>
                <a:gd name="connsiteX2" fmla="*/ 12182880 w 12182880"/>
                <a:gd name="connsiteY2" fmla="*/ 0 h 901620"/>
                <a:gd name="connsiteX3" fmla="*/ 12182880 w 12182880"/>
                <a:gd name="connsiteY3" fmla="*/ 901620 h 901620"/>
                <a:gd name="connsiteX4" fmla="*/ 0 w 12182880"/>
                <a:gd name="connsiteY4" fmla="*/ 456694 h 901620"/>
                <a:gd name="connsiteX5" fmla="*/ 0 w 12182880"/>
                <a:gd name="connsiteY5" fmla="*/ 342900 h 901620"/>
                <a:gd name="connsiteX0" fmla="*/ 0 w 12182880"/>
                <a:gd name="connsiteY0" fmla="*/ 342900 h 697427"/>
                <a:gd name="connsiteX1" fmla="*/ 5410605 w 12182880"/>
                <a:gd name="connsiteY1" fmla="*/ 696077 h 697427"/>
                <a:gd name="connsiteX2" fmla="*/ 12182880 w 12182880"/>
                <a:gd name="connsiteY2" fmla="*/ 0 h 697427"/>
                <a:gd name="connsiteX3" fmla="*/ 12135255 w 12182880"/>
                <a:gd name="connsiteY3" fmla="*/ 189737 h 697427"/>
                <a:gd name="connsiteX4" fmla="*/ 0 w 12182880"/>
                <a:gd name="connsiteY4" fmla="*/ 456694 h 697427"/>
                <a:gd name="connsiteX5" fmla="*/ 0 w 12182880"/>
                <a:gd name="connsiteY5" fmla="*/ 342900 h 697427"/>
                <a:gd name="connsiteX0" fmla="*/ 0 w 12182880"/>
                <a:gd name="connsiteY0" fmla="*/ 342900 h 697427"/>
                <a:gd name="connsiteX1" fmla="*/ 5410605 w 12182880"/>
                <a:gd name="connsiteY1" fmla="*/ 696077 h 697427"/>
                <a:gd name="connsiteX2" fmla="*/ 12182880 w 12182880"/>
                <a:gd name="connsiteY2" fmla="*/ 0 h 697427"/>
                <a:gd name="connsiteX3" fmla="*/ 12182880 w 12182880"/>
                <a:gd name="connsiteY3" fmla="*/ 189737 h 697427"/>
                <a:gd name="connsiteX4" fmla="*/ 0 w 12182880"/>
                <a:gd name="connsiteY4" fmla="*/ 456694 h 697427"/>
                <a:gd name="connsiteX5" fmla="*/ 0 w 12182880"/>
                <a:gd name="connsiteY5" fmla="*/ 342900 h 697427"/>
                <a:gd name="connsiteX0" fmla="*/ 0 w 12182880"/>
                <a:gd name="connsiteY0" fmla="*/ 342900 h 697427"/>
                <a:gd name="connsiteX1" fmla="*/ 5410605 w 12182880"/>
                <a:gd name="connsiteY1" fmla="*/ 696077 h 697427"/>
                <a:gd name="connsiteX2" fmla="*/ 12182880 w 12182880"/>
                <a:gd name="connsiteY2" fmla="*/ 0 h 697427"/>
                <a:gd name="connsiteX3" fmla="*/ 12182880 w 12182880"/>
                <a:gd name="connsiteY3" fmla="*/ 189737 h 697427"/>
                <a:gd name="connsiteX4" fmla="*/ 6029730 w 12182880"/>
                <a:gd name="connsiteY4" fmla="*/ 319497 h 697427"/>
                <a:gd name="connsiteX5" fmla="*/ 0 w 12182880"/>
                <a:gd name="connsiteY5" fmla="*/ 456694 h 697427"/>
                <a:gd name="connsiteX6" fmla="*/ 0 w 12182880"/>
                <a:gd name="connsiteY6" fmla="*/ 342900 h 697427"/>
                <a:gd name="connsiteX0" fmla="*/ 0 w 12182880"/>
                <a:gd name="connsiteY0" fmla="*/ 342900 h 697427"/>
                <a:gd name="connsiteX1" fmla="*/ 5410605 w 12182880"/>
                <a:gd name="connsiteY1" fmla="*/ 696077 h 697427"/>
                <a:gd name="connsiteX2" fmla="*/ 12182880 w 12182880"/>
                <a:gd name="connsiteY2" fmla="*/ 0 h 697427"/>
                <a:gd name="connsiteX3" fmla="*/ 12182880 w 12182880"/>
                <a:gd name="connsiteY3" fmla="*/ 189737 h 697427"/>
                <a:gd name="connsiteX4" fmla="*/ 6029730 w 12182880"/>
                <a:gd name="connsiteY4" fmla="*/ 319497 h 697427"/>
                <a:gd name="connsiteX5" fmla="*/ 0 w 12182880"/>
                <a:gd name="connsiteY5" fmla="*/ 456694 h 697427"/>
                <a:gd name="connsiteX6" fmla="*/ 0 w 12182880"/>
                <a:gd name="connsiteY6" fmla="*/ 342900 h 697427"/>
                <a:gd name="connsiteX0" fmla="*/ 0 w 12182880"/>
                <a:gd name="connsiteY0" fmla="*/ 342900 h 764424"/>
                <a:gd name="connsiteX1" fmla="*/ 5410605 w 12182880"/>
                <a:gd name="connsiteY1" fmla="*/ 696077 h 764424"/>
                <a:gd name="connsiteX2" fmla="*/ 12182880 w 12182880"/>
                <a:gd name="connsiteY2" fmla="*/ 0 h 764424"/>
                <a:gd name="connsiteX3" fmla="*/ 12182880 w 12182880"/>
                <a:gd name="connsiteY3" fmla="*/ 189737 h 764424"/>
                <a:gd name="connsiteX4" fmla="*/ 5486805 w 12182880"/>
                <a:gd name="connsiteY4" fmla="*/ 764424 h 764424"/>
                <a:gd name="connsiteX5" fmla="*/ 0 w 12182880"/>
                <a:gd name="connsiteY5" fmla="*/ 456694 h 764424"/>
                <a:gd name="connsiteX6" fmla="*/ 0 w 12182880"/>
                <a:gd name="connsiteY6" fmla="*/ 342900 h 764424"/>
                <a:gd name="connsiteX0" fmla="*/ 0 w 12182880"/>
                <a:gd name="connsiteY0" fmla="*/ 342900 h 769367"/>
                <a:gd name="connsiteX1" fmla="*/ 5410605 w 12182880"/>
                <a:gd name="connsiteY1" fmla="*/ 696077 h 769367"/>
                <a:gd name="connsiteX2" fmla="*/ 12182880 w 12182880"/>
                <a:gd name="connsiteY2" fmla="*/ 0 h 769367"/>
                <a:gd name="connsiteX3" fmla="*/ 12182880 w 12182880"/>
                <a:gd name="connsiteY3" fmla="*/ 189737 h 769367"/>
                <a:gd name="connsiteX4" fmla="*/ 5486805 w 12182880"/>
                <a:gd name="connsiteY4" fmla="*/ 764424 h 769367"/>
                <a:gd name="connsiteX5" fmla="*/ 0 w 12182880"/>
                <a:gd name="connsiteY5" fmla="*/ 456694 h 769367"/>
                <a:gd name="connsiteX6" fmla="*/ 0 w 12182880"/>
                <a:gd name="connsiteY6" fmla="*/ 342900 h 769367"/>
                <a:gd name="connsiteX0" fmla="*/ 0 w 12182880"/>
                <a:gd name="connsiteY0" fmla="*/ 342900 h 737849"/>
                <a:gd name="connsiteX1" fmla="*/ 5410605 w 12182880"/>
                <a:gd name="connsiteY1" fmla="*/ 696077 h 737849"/>
                <a:gd name="connsiteX2" fmla="*/ 12182880 w 12182880"/>
                <a:gd name="connsiteY2" fmla="*/ 0 h 737849"/>
                <a:gd name="connsiteX3" fmla="*/ 12182880 w 12182880"/>
                <a:gd name="connsiteY3" fmla="*/ 189737 h 737849"/>
                <a:gd name="connsiteX4" fmla="*/ 5391555 w 12182880"/>
                <a:gd name="connsiteY4" fmla="*/ 732644 h 737849"/>
                <a:gd name="connsiteX5" fmla="*/ 0 w 12182880"/>
                <a:gd name="connsiteY5" fmla="*/ 456694 h 737849"/>
                <a:gd name="connsiteX6" fmla="*/ 0 w 12182880"/>
                <a:gd name="connsiteY6" fmla="*/ 342900 h 737849"/>
                <a:gd name="connsiteX0" fmla="*/ 0 w 12182880"/>
                <a:gd name="connsiteY0" fmla="*/ 342900 h 732914"/>
                <a:gd name="connsiteX1" fmla="*/ 5410605 w 12182880"/>
                <a:gd name="connsiteY1" fmla="*/ 696077 h 732914"/>
                <a:gd name="connsiteX2" fmla="*/ 12182880 w 12182880"/>
                <a:gd name="connsiteY2" fmla="*/ 0 h 732914"/>
                <a:gd name="connsiteX3" fmla="*/ 12182880 w 12182880"/>
                <a:gd name="connsiteY3" fmla="*/ 189737 h 732914"/>
                <a:gd name="connsiteX4" fmla="*/ 5391555 w 12182880"/>
                <a:gd name="connsiteY4" fmla="*/ 732644 h 732914"/>
                <a:gd name="connsiteX5" fmla="*/ 0 w 12182880"/>
                <a:gd name="connsiteY5" fmla="*/ 456694 h 732914"/>
                <a:gd name="connsiteX6" fmla="*/ 0 w 12182880"/>
                <a:gd name="connsiteY6" fmla="*/ 342900 h 732914"/>
                <a:gd name="connsiteX0" fmla="*/ 0 w 12182880"/>
                <a:gd name="connsiteY0" fmla="*/ 342900 h 732914"/>
                <a:gd name="connsiteX1" fmla="*/ 5410605 w 12182880"/>
                <a:gd name="connsiteY1" fmla="*/ 696077 h 732914"/>
                <a:gd name="connsiteX2" fmla="*/ 12182880 w 12182880"/>
                <a:gd name="connsiteY2" fmla="*/ 0 h 732914"/>
                <a:gd name="connsiteX3" fmla="*/ 12182880 w 12182880"/>
                <a:gd name="connsiteY3" fmla="*/ 189737 h 732914"/>
                <a:gd name="connsiteX4" fmla="*/ 5439180 w 12182880"/>
                <a:gd name="connsiteY4" fmla="*/ 732644 h 732914"/>
                <a:gd name="connsiteX5" fmla="*/ 0 w 12182880"/>
                <a:gd name="connsiteY5" fmla="*/ 456694 h 732914"/>
                <a:gd name="connsiteX6" fmla="*/ 0 w 12182880"/>
                <a:gd name="connsiteY6" fmla="*/ 342900 h 732914"/>
                <a:gd name="connsiteX0" fmla="*/ 0 w 12182880"/>
                <a:gd name="connsiteY0" fmla="*/ 342900 h 733344"/>
                <a:gd name="connsiteX1" fmla="*/ 5410605 w 12182880"/>
                <a:gd name="connsiteY1" fmla="*/ 696077 h 733344"/>
                <a:gd name="connsiteX2" fmla="*/ 12182880 w 12182880"/>
                <a:gd name="connsiteY2" fmla="*/ 0 h 733344"/>
                <a:gd name="connsiteX3" fmla="*/ 12182880 w 12182880"/>
                <a:gd name="connsiteY3" fmla="*/ 189737 h 733344"/>
                <a:gd name="connsiteX4" fmla="*/ 8715780 w 12182880"/>
                <a:gd name="connsiteY4" fmla="*/ 524719 h 733344"/>
                <a:gd name="connsiteX5" fmla="*/ 5439180 w 12182880"/>
                <a:gd name="connsiteY5" fmla="*/ 732644 h 733344"/>
                <a:gd name="connsiteX6" fmla="*/ 0 w 12182880"/>
                <a:gd name="connsiteY6" fmla="*/ 456694 h 733344"/>
                <a:gd name="connsiteX7" fmla="*/ 0 w 12182880"/>
                <a:gd name="connsiteY7" fmla="*/ 342900 h 733344"/>
                <a:gd name="connsiteX0" fmla="*/ 0 w 12182880"/>
                <a:gd name="connsiteY0" fmla="*/ 342900 h 733344"/>
                <a:gd name="connsiteX1" fmla="*/ 5410605 w 12182880"/>
                <a:gd name="connsiteY1" fmla="*/ 696077 h 733344"/>
                <a:gd name="connsiteX2" fmla="*/ 12182880 w 12182880"/>
                <a:gd name="connsiteY2" fmla="*/ 0 h 733344"/>
                <a:gd name="connsiteX3" fmla="*/ 12182880 w 12182880"/>
                <a:gd name="connsiteY3" fmla="*/ 189737 h 733344"/>
                <a:gd name="connsiteX4" fmla="*/ 8715780 w 12182880"/>
                <a:gd name="connsiteY4" fmla="*/ 524719 h 733344"/>
                <a:gd name="connsiteX5" fmla="*/ 5439180 w 12182880"/>
                <a:gd name="connsiteY5" fmla="*/ 732644 h 733344"/>
                <a:gd name="connsiteX6" fmla="*/ 0 w 12182880"/>
                <a:gd name="connsiteY6" fmla="*/ 456694 h 733344"/>
                <a:gd name="connsiteX7" fmla="*/ 0 w 12182880"/>
                <a:gd name="connsiteY7" fmla="*/ 342900 h 733344"/>
                <a:gd name="connsiteX0" fmla="*/ 0 w 12182880"/>
                <a:gd name="connsiteY0" fmla="*/ 342900 h 734750"/>
                <a:gd name="connsiteX1" fmla="*/ 5410605 w 12182880"/>
                <a:gd name="connsiteY1" fmla="*/ 696077 h 734750"/>
                <a:gd name="connsiteX2" fmla="*/ 12182880 w 12182880"/>
                <a:gd name="connsiteY2" fmla="*/ 0 h 734750"/>
                <a:gd name="connsiteX3" fmla="*/ 12182880 w 12182880"/>
                <a:gd name="connsiteY3" fmla="*/ 189737 h 734750"/>
                <a:gd name="connsiteX4" fmla="*/ 8715780 w 12182880"/>
                <a:gd name="connsiteY4" fmla="*/ 562856 h 734750"/>
                <a:gd name="connsiteX5" fmla="*/ 5439180 w 12182880"/>
                <a:gd name="connsiteY5" fmla="*/ 732644 h 734750"/>
                <a:gd name="connsiteX6" fmla="*/ 0 w 12182880"/>
                <a:gd name="connsiteY6" fmla="*/ 456694 h 734750"/>
                <a:gd name="connsiteX7" fmla="*/ 0 w 12182880"/>
                <a:gd name="connsiteY7" fmla="*/ 342900 h 734750"/>
                <a:gd name="connsiteX0" fmla="*/ 0 w 12182880"/>
                <a:gd name="connsiteY0" fmla="*/ 342900 h 735105"/>
                <a:gd name="connsiteX1" fmla="*/ 5410605 w 12182880"/>
                <a:gd name="connsiteY1" fmla="*/ 696077 h 735105"/>
                <a:gd name="connsiteX2" fmla="*/ 12182880 w 12182880"/>
                <a:gd name="connsiteY2" fmla="*/ 0 h 735105"/>
                <a:gd name="connsiteX3" fmla="*/ 12182880 w 12182880"/>
                <a:gd name="connsiteY3" fmla="*/ 189737 h 735105"/>
                <a:gd name="connsiteX4" fmla="*/ 8715780 w 12182880"/>
                <a:gd name="connsiteY4" fmla="*/ 569212 h 735105"/>
                <a:gd name="connsiteX5" fmla="*/ 5439180 w 12182880"/>
                <a:gd name="connsiteY5" fmla="*/ 732644 h 735105"/>
                <a:gd name="connsiteX6" fmla="*/ 0 w 12182880"/>
                <a:gd name="connsiteY6" fmla="*/ 456694 h 735105"/>
                <a:gd name="connsiteX7" fmla="*/ 0 w 12182880"/>
                <a:gd name="connsiteY7" fmla="*/ 342900 h 735105"/>
                <a:gd name="connsiteX0" fmla="*/ 0 w 12182880"/>
                <a:gd name="connsiteY0" fmla="*/ 342900 h 732824"/>
                <a:gd name="connsiteX1" fmla="*/ 5410605 w 12182880"/>
                <a:gd name="connsiteY1" fmla="*/ 696077 h 732824"/>
                <a:gd name="connsiteX2" fmla="*/ 12182880 w 12182880"/>
                <a:gd name="connsiteY2" fmla="*/ 0 h 732824"/>
                <a:gd name="connsiteX3" fmla="*/ 12182880 w 12182880"/>
                <a:gd name="connsiteY3" fmla="*/ 189737 h 732824"/>
                <a:gd name="connsiteX4" fmla="*/ 8715780 w 12182880"/>
                <a:gd name="connsiteY4" fmla="*/ 569212 h 732824"/>
                <a:gd name="connsiteX5" fmla="*/ 5439180 w 12182880"/>
                <a:gd name="connsiteY5" fmla="*/ 732644 h 732824"/>
                <a:gd name="connsiteX6" fmla="*/ 0 w 12182880"/>
                <a:gd name="connsiteY6" fmla="*/ 456694 h 732824"/>
                <a:gd name="connsiteX7" fmla="*/ 0 w 12182880"/>
                <a:gd name="connsiteY7" fmla="*/ 342900 h 732824"/>
                <a:gd name="connsiteX0" fmla="*/ 0 w 12182880"/>
                <a:gd name="connsiteY0" fmla="*/ 342900 h 732824"/>
                <a:gd name="connsiteX1" fmla="*/ 5410605 w 12182880"/>
                <a:gd name="connsiteY1" fmla="*/ 696077 h 732824"/>
                <a:gd name="connsiteX2" fmla="*/ 12182880 w 12182880"/>
                <a:gd name="connsiteY2" fmla="*/ 0 h 732824"/>
                <a:gd name="connsiteX3" fmla="*/ 12182880 w 12182880"/>
                <a:gd name="connsiteY3" fmla="*/ 189737 h 732824"/>
                <a:gd name="connsiteX4" fmla="*/ 8715780 w 12182880"/>
                <a:gd name="connsiteY4" fmla="*/ 569212 h 732824"/>
                <a:gd name="connsiteX5" fmla="*/ 5439180 w 12182880"/>
                <a:gd name="connsiteY5" fmla="*/ 732644 h 732824"/>
                <a:gd name="connsiteX6" fmla="*/ 0 w 12182880"/>
                <a:gd name="connsiteY6" fmla="*/ 456694 h 732824"/>
                <a:gd name="connsiteX7" fmla="*/ 0 w 12182880"/>
                <a:gd name="connsiteY7" fmla="*/ 342900 h 732824"/>
                <a:gd name="connsiteX0" fmla="*/ 0 w 12182880"/>
                <a:gd name="connsiteY0" fmla="*/ 342900 h 734918"/>
                <a:gd name="connsiteX1" fmla="*/ 5410605 w 12182880"/>
                <a:gd name="connsiteY1" fmla="*/ 696077 h 734918"/>
                <a:gd name="connsiteX2" fmla="*/ 12182880 w 12182880"/>
                <a:gd name="connsiteY2" fmla="*/ 0 h 734918"/>
                <a:gd name="connsiteX3" fmla="*/ 12182880 w 12182880"/>
                <a:gd name="connsiteY3" fmla="*/ 189737 h 734918"/>
                <a:gd name="connsiteX4" fmla="*/ 8715780 w 12182880"/>
                <a:gd name="connsiteY4" fmla="*/ 569212 h 734918"/>
                <a:gd name="connsiteX5" fmla="*/ 5439180 w 12182880"/>
                <a:gd name="connsiteY5" fmla="*/ 732644 h 734918"/>
                <a:gd name="connsiteX6" fmla="*/ 0 w 12182880"/>
                <a:gd name="connsiteY6" fmla="*/ 456694 h 734918"/>
                <a:gd name="connsiteX7" fmla="*/ 0 w 12182880"/>
                <a:gd name="connsiteY7" fmla="*/ 342900 h 734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2880" h="734918">
                  <a:moveTo>
                    <a:pt x="0" y="342900"/>
                  </a:moveTo>
                  <a:cubicBezTo>
                    <a:pt x="882718" y="452437"/>
                    <a:pt x="3389650" y="718640"/>
                    <a:pt x="5410605" y="696077"/>
                  </a:cubicBezTo>
                  <a:cubicBezTo>
                    <a:pt x="7431560" y="709115"/>
                    <a:pt x="10997018" y="287343"/>
                    <a:pt x="12182880" y="0"/>
                  </a:cubicBezTo>
                  <a:lnTo>
                    <a:pt x="12182880" y="189737"/>
                  </a:lnTo>
                  <a:cubicBezTo>
                    <a:pt x="11605030" y="277190"/>
                    <a:pt x="9839730" y="478727"/>
                    <a:pt x="8715780" y="569212"/>
                  </a:cubicBezTo>
                  <a:cubicBezTo>
                    <a:pt x="7591830" y="659697"/>
                    <a:pt x="6920385" y="706904"/>
                    <a:pt x="5439180" y="732644"/>
                  </a:cubicBezTo>
                  <a:cubicBezTo>
                    <a:pt x="3957975" y="758384"/>
                    <a:pt x="1828935" y="559271"/>
                    <a:pt x="0" y="456694"/>
                  </a:cubicBezTo>
                  <a:lnTo>
                    <a:pt x="0" y="34290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Title Placeholder 1"/>
          <p:cNvSpPr>
            <a:spLocks noGrp="1"/>
          </p:cNvSpPr>
          <p:nvPr>
            <p:ph type="title"/>
          </p:nvPr>
        </p:nvSpPr>
        <p:spPr>
          <a:xfrm>
            <a:off x="353137" y="296860"/>
            <a:ext cx="11000663" cy="779462"/>
          </a:xfrm>
          <a:prstGeom prst="rect">
            <a:avLst/>
          </a:prstGeom>
        </p:spPr>
        <p:txBody>
          <a:bodyPr vert="horz" lIns="91440" tIns="45720" rIns="91440" bIns="45720" rtlCol="0" anchor="ctr">
            <a:normAutofit/>
          </a:bodyPr>
          <a:lstStyle/>
          <a:p>
            <a:r>
              <a:rPr lang="en-US"/>
              <a:t>Click to edit Master title style</a:t>
            </a:r>
          </a:p>
        </p:txBody>
      </p:sp>
      <p:sp>
        <p:nvSpPr>
          <p:cNvPr id="8" name="Text Placeholder 2"/>
          <p:cNvSpPr>
            <a:spLocks noGrp="1"/>
          </p:cNvSpPr>
          <p:nvPr>
            <p:ph type="body" idx="1"/>
          </p:nvPr>
        </p:nvSpPr>
        <p:spPr>
          <a:xfrm>
            <a:off x="353137" y="1530985"/>
            <a:ext cx="10961053" cy="4688839"/>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3"/>
          <p:cNvSpPr>
            <a:spLocks noGrp="1"/>
          </p:cNvSpPr>
          <p:nvPr>
            <p:ph type="dt" sz="half" idx="2"/>
          </p:nvPr>
        </p:nvSpPr>
        <p:spPr>
          <a:xfrm>
            <a:off x="179465" y="6356350"/>
            <a:ext cx="1640045" cy="365125"/>
          </a:xfrm>
          <a:prstGeom prst="rect">
            <a:avLst/>
          </a:prstGeom>
        </p:spPr>
        <p:txBody>
          <a:bodyPr vert="horz" lIns="91440" tIns="45720" rIns="91440" bIns="45720" rtlCol="0" anchor="ctr"/>
          <a:lstStyle>
            <a:lvl1pPr algn="l">
              <a:defRPr sz="1200">
                <a:solidFill>
                  <a:schemeClr val="accent1"/>
                </a:solidFill>
              </a:defRPr>
            </a:lvl1pPr>
          </a:lstStyle>
          <a:p>
            <a:fld id="{845B970A-1A12-46D5-8B0E-08C81D74A2D6}" type="datetimeFigureOut">
              <a:rPr lang="en-US" smtClean="0"/>
              <a:pPr/>
              <a:t>9/16/2026</a:t>
            </a:fld>
            <a:endParaRPr lang="en-US"/>
          </a:p>
        </p:txBody>
      </p:sp>
      <p:sp>
        <p:nvSpPr>
          <p:cNvPr id="10" name="Footer Placeholder 4"/>
          <p:cNvSpPr>
            <a:spLocks noGrp="1"/>
          </p:cNvSpPr>
          <p:nvPr>
            <p:ph type="ftr" sz="quarter" idx="3"/>
          </p:nvPr>
        </p:nvSpPr>
        <p:spPr>
          <a:xfrm>
            <a:off x="1891107" y="6356350"/>
            <a:ext cx="7777252" cy="365125"/>
          </a:xfrm>
          <a:prstGeom prst="rect">
            <a:avLst/>
          </a:prstGeom>
        </p:spPr>
        <p:txBody>
          <a:bodyPr vert="horz" lIns="91440" tIns="45720" rIns="91440" bIns="45720" rtlCol="0" anchor="ctr"/>
          <a:lstStyle>
            <a:lvl1pPr algn="ctr">
              <a:defRPr sz="1200">
                <a:solidFill>
                  <a:schemeClr val="accent1"/>
                </a:solidFill>
              </a:defRPr>
            </a:lvl1pPr>
          </a:lstStyle>
          <a:p>
            <a:endParaRPr lang="en-US"/>
          </a:p>
        </p:txBody>
      </p:sp>
      <p:grpSp>
        <p:nvGrpSpPr>
          <p:cNvPr id="13" name="Group 12"/>
          <p:cNvGrpSpPr/>
          <p:nvPr userDrawn="1"/>
        </p:nvGrpSpPr>
        <p:grpSpPr>
          <a:xfrm flipH="1">
            <a:off x="9999424" y="5622449"/>
            <a:ext cx="2067558" cy="1099026"/>
            <a:chOff x="179783" y="5622449"/>
            <a:chExt cx="2067558" cy="1099026"/>
          </a:xfrm>
        </p:grpSpPr>
        <p:grpSp>
          <p:nvGrpSpPr>
            <p:cNvPr id="14" name="Group 13"/>
            <p:cNvGrpSpPr/>
            <p:nvPr userDrawn="1"/>
          </p:nvGrpSpPr>
          <p:grpSpPr>
            <a:xfrm>
              <a:off x="179783" y="6573996"/>
              <a:ext cx="356234" cy="147479"/>
              <a:chOff x="660083" y="4937919"/>
              <a:chExt cx="356234" cy="147479"/>
            </a:xfrm>
          </p:grpSpPr>
          <p:sp>
            <p:nvSpPr>
              <p:cNvPr id="113" name="Freeform 112"/>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14" name="Freeform 113"/>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15" name="Freeform 114"/>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16" name="Freeform 115"/>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17" name="Freeform 116"/>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18" name="Freeform 117"/>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grpSp>
        <p:grpSp>
          <p:nvGrpSpPr>
            <p:cNvPr id="15" name="Group 14"/>
            <p:cNvGrpSpPr/>
            <p:nvPr userDrawn="1"/>
          </p:nvGrpSpPr>
          <p:grpSpPr>
            <a:xfrm>
              <a:off x="179783" y="6336110"/>
              <a:ext cx="356234" cy="147479"/>
              <a:chOff x="660083" y="4937919"/>
              <a:chExt cx="356234" cy="147479"/>
            </a:xfrm>
          </p:grpSpPr>
          <p:sp>
            <p:nvSpPr>
              <p:cNvPr id="107" name="Freeform 106"/>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08" name="Freeform 107"/>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09" name="Freeform 108"/>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10" name="Freeform 109"/>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11" name="Freeform 110"/>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12" name="Freeform 111"/>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grpSp>
        <p:grpSp>
          <p:nvGrpSpPr>
            <p:cNvPr id="16" name="Group 15"/>
            <p:cNvGrpSpPr/>
            <p:nvPr userDrawn="1"/>
          </p:nvGrpSpPr>
          <p:grpSpPr>
            <a:xfrm>
              <a:off x="179783" y="6098223"/>
              <a:ext cx="356234" cy="147479"/>
              <a:chOff x="660083" y="4937919"/>
              <a:chExt cx="356234" cy="147479"/>
            </a:xfrm>
          </p:grpSpPr>
          <p:sp>
            <p:nvSpPr>
              <p:cNvPr id="101" name="Freeform 100"/>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02" name="Freeform 101"/>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03" name="Freeform 102"/>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04" name="Freeform 103"/>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05" name="Freeform 104"/>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06" name="Freeform 105"/>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grpSp>
        <p:grpSp>
          <p:nvGrpSpPr>
            <p:cNvPr id="17" name="Group 16"/>
            <p:cNvGrpSpPr/>
            <p:nvPr userDrawn="1"/>
          </p:nvGrpSpPr>
          <p:grpSpPr>
            <a:xfrm>
              <a:off x="179783" y="5860336"/>
              <a:ext cx="356234" cy="147479"/>
              <a:chOff x="660083" y="4937919"/>
              <a:chExt cx="356234" cy="147479"/>
            </a:xfrm>
          </p:grpSpPr>
          <p:sp>
            <p:nvSpPr>
              <p:cNvPr id="95" name="Freeform 94"/>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96" name="Freeform 95"/>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97" name="Freeform 96"/>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98" name="Freeform 97"/>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99" name="Freeform 98"/>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00" name="Freeform 99"/>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grpSp>
        <p:grpSp>
          <p:nvGrpSpPr>
            <p:cNvPr id="18" name="Group 17"/>
            <p:cNvGrpSpPr/>
            <p:nvPr userDrawn="1"/>
          </p:nvGrpSpPr>
          <p:grpSpPr>
            <a:xfrm>
              <a:off x="179783" y="5622449"/>
              <a:ext cx="356234" cy="147479"/>
              <a:chOff x="660083" y="4937919"/>
              <a:chExt cx="356234" cy="147479"/>
            </a:xfrm>
          </p:grpSpPr>
          <p:sp>
            <p:nvSpPr>
              <p:cNvPr id="89" name="Freeform 88"/>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90" name="Freeform 89"/>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91" name="Freeform 90"/>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92" name="Freeform 91"/>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93" name="Freeform 92"/>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94" name="Freeform 93"/>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grpSp>
        <p:grpSp>
          <p:nvGrpSpPr>
            <p:cNvPr id="19" name="Group 18"/>
            <p:cNvGrpSpPr/>
            <p:nvPr userDrawn="1"/>
          </p:nvGrpSpPr>
          <p:grpSpPr>
            <a:xfrm>
              <a:off x="607614" y="6573996"/>
              <a:ext cx="356234" cy="147479"/>
              <a:chOff x="660083" y="4937919"/>
              <a:chExt cx="356234" cy="147479"/>
            </a:xfrm>
          </p:grpSpPr>
          <p:sp>
            <p:nvSpPr>
              <p:cNvPr id="83" name="Freeform 82"/>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84" name="Freeform 83"/>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85" name="Freeform 84"/>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86" name="Freeform 85"/>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87" name="Freeform 86"/>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88" name="Freeform 87"/>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grpSp>
        <p:grpSp>
          <p:nvGrpSpPr>
            <p:cNvPr id="20" name="Group 19"/>
            <p:cNvGrpSpPr/>
            <p:nvPr userDrawn="1"/>
          </p:nvGrpSpPr>
          <p:grpSpPr>
            <a:xfrm>
              <a:off x="607614" y="6336110"/>
              <a:ext cx="356234" cy="147479"/>
              <a:chOff x="660083" y="4937919"/>
              <a:chExt cx="356234" cy="147479"/>
            </a:xfrm>
          </p:grpSpPr>
          <p:sp>
            <p:nvSpPr>
              <p:cNvPr id="77" name="Freeform 76"/>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78" name="Freeform 77"/>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79" name="Freeform 78"/>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80" name="Freeform 79"/>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81" name="Freeform 80"/>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82" name="Freeform 81"/>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grpSp>
        <p:grpSp>
          <p:nvGrpSpPr>
            <p:cNvPr id="21" name="Group 20"/>
            <p:cNvGrpSpPr/>
            <p:nvPr userDrawn="1"/>
          </p:nvGrpSpPr>
          <p:grpSpPr>
            <a:xfrm>
              <a:off x="607614" y="6098223"/>
              <a:ext cx="356234" cy="147479"/>
              <a:chOff x="660083" y="4937919"/>
              <a:chExt cx="356234" cy="147479"/>
            </a:xfrm>
          </p:grpSpPr>
          <p:sp>
            <p:nvSpPr>
              <p:cNvPr id="71" name="Freeform 70"/>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72" name="Freeform 71"/>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73" name="Freeform 72"/>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74" name="Freeform 73"/>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75" name="Freeform 74"/>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76" name="Freeform 75"/>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grpSp>
        <p:grpSp>
          <p:nvGrpSpPr>
            <p:cNvPr id="22" name="Group 21"/>
            <p:cNvGrpSpPr/>
            <p:nvPr userDrawn="1"/>
          </p:nvGrpSpPr>
          <p:grpSpPr>
            <a:xfrm>
              <a:off x="607614" y="5860336"/>
              <a:ext cx="356234" cy="147479"/>
              <a:chOff x="660083" y="4937919"/>
              <a:chExt cx="356234" cy="147479"/>
            </a:xfrm>
          </p:grpSpPr>
          <p:sp>
            <p:nvSpPr>
              <p:cNvPr id="65" name="Freeform 64"/>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66" name="Freeform 65"/>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67" name="Freeform 66"/>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68" name="Freeform 67"/>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69" name="Freeform 68"/>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70" name="Freeform 69"/>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grpSp>
        <p:grpSp>
          <p:nvGrpSpPr>
            <p:cNvPr id="23" name="Group 22"/>
            <p:cNvGrpSpPr/>
            <p:nvPr userDrawn="1"/>
          </p:nvGrpSpPr>
          <p:grpSpPr>
            <a:xfrm>
              <a:off x="1035445" y="6573996"/>
              <a:ext cx="356234" cy="147479"/>
              <a:chOff x="660083" y="4937919"/>
              <a:chExt cx="356234" cy="147479"/>
            </a:xfrm>
          </p:grpSpPr>
          <p:sp>
            <p:nvSpPr>
              <p:cNvPr id="59" name="Freeform 58"/>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60" name="Freeform 59"/>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61" name="Freeform 60"/>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62" name="Freeform 61"/>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63" name="Freeform 62"/>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64" name="Freeform 63"/>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grpSp>
        <p:grpSp>
          <p:nvGrpSpPr>
            <p:cNvPr id="24" name="Group 23"/>
            <p:cNvGrpSpPr/>
            <p:nvPr userDrawn="1"/>
          </p:nvGrpSpPr>
          <p:grpSpPr>
            <a:xfrm>
              <a:off x="1035445" y="6336110"/>
              <a:ext cx="356234" cy="147479"/>
              <a:chOff x="660083" y="4937919"/>
              <a:chExt cx="356234" cy="147479"/>
            </a:xfrm>
          </p:grpSpPr>
          <p:sp>
            <p:nvSpPr>
              <p:cNvPr id="53" name="Freeform 52"/>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4" name="Freeform 53"/>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5" name="Freeform 54"/>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6" name="Freeform 55"/>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7" name="Freeform 56"/>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8" name="Freeform 57"/>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grpSp>
        <p:grpSp>
          <p:nvGrpSpPr>
            <p:cNvPr id="25" name="Group 24"/>
            <p:cNvGrpSpPr/>
            <p:nvPr userDrawn="1"/>
          </p:nvGrpSpPr>
          <p:grpSpPr>
            <a:xfrm>
              <a:off x="1035445" y="6098223"/>
              <a:ext cx="356234" cy="147479"/>
              <a:chOff x="660083" y="4937919"/>
              <a:chExt cx="356234" cy="147479"/>
            </a:xfrm>
          </p:grpSpPr>
          <p:sp>
            <p:nvSpPr>
              <p:cNvPr id="47" name="Freeform 46"/>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48" name="Freeform 47"/>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49" name="Freeform 48"/>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0" name="Freeform 49"/>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1" name="Freeform 50"/>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2" name="Freeform 51"/>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grpSp>
        <p:grpSp>
          <p:nvGrpSpPr>
            <p:cNvPr id="26" name="Group 25"/>
            <p:cNvGrpSpPr/>
            <p:nvPr userDrawn="1"/>
          </p:nvGrpSpPr>
          <p:grpSpPr>
            <a:xfrm>
              <a:off x="1463276" y="6573996"/>
              <a:ext cx="356234" cy="147479"/>
              <a:chOff x="660083" y="4937919"/>
              <a:chExt cx="356234" cy="147479"/>
            </a:xfrm>
          </p:grpSpPr>
          <p:sp>
            <p:nvSpPr>
              <p:cNvPr id="41" name="Freeform 40"/>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42" name="Freeform 41"/>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43" name="Freeform 42"/>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44" name="Freeform 43"/>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45" name="Freeform 44"/>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46" name="Freeform 45"/>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grpSp>
        <p:grpSp>
          <p:nvGrpSpPr>
            <p:cNvPr id="27" name="Group 26"/>
            <p:cNvGrpSpPr/>
            <p:nvPr userDrawn="1"/>
          </p:nvGrpSpPr>
          <p:grpSpPr>
            <a:xfrm>
              <a:off x="1463276" y="6336110"/>
              <a:ext cx="356234" cy="147479"/>
              <a:chOff x="660083" y="4937919"/>
              <a:chExt cx="356234" cy="147479"/>
            </a:xfrm>
          </p:grpSpPr>
          <p:sp>
            <p:nvSpPr>
              <p:cNvPr id="35" name="Freeform 34"/>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6" name="Freeform 35"/>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7" name="Freeform 36"/>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8" name="Freeform 37"/>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9" name="Freeform 38"/>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40" name="Freeform 39"/>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grpSp>
        <p:grpSp>
          <p:nvGrpSpPr>
            <p:cNvPr id="28" name="Group 27"/>
            <p:cNvGrpSpPr/>
            <p:nvPr userDrawn="1"/>
          </p:nvGrpSpPr>
          <p:grpSpPr>
            <a:xfrm>
              <a:off x="1891107" y="6573996"/>
              <a:ext cx="356234" cy="147479"/>
              <a:chOff x="660083" y="4937919"/>
              <a:chExt cx="356234" cy="147479"/>
            </a:xfrm>
          </p:grpSpPr>
          <p:sp>
            <p:nvSpPr>
              <p:cNvPr id="29" name="Freeform 28"/>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0" name="Freeform 29"/>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1" name="Freeform 30"/>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2" name="Freeform 31"/>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3" name="Freeform 32"/>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4" name="Freeform 33"/>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grpSp>
      </p:grpSp>
      <p:sp>
        <p:nvSpPr>
          <p:cNvPr id="119" name="Slide Number Placeholder 5"/>
          <p:cNvSpPr>
            <a:spLocks noGrp="1"/>
          </p:cNvSpPr>
          <p:nvPr>
            <p:ph type="sldNum" sz="quarter" idx="4"/>
          </p:nvPr>
        </p:nvSpPr>
        <p:spPr>
          <a:xfrm>
            <a:off x="11485880" y="6356350"/>
            <a:ext cx="706120" cy="365125"/>
          </a:xfrm>
          <a:prstGeom prst="rect">
            <a:avLst/>
          </a:prstGeom>
        </p:spPr>
        <p:txBody>
          <a:bodyPr/>
          <a:lstStyle>
            <a:lvl1pPr>
              <a:defRPr>
                <a:solidFill>
                  <a:schemeClr val="bg1"/>
                </a:solidFill>
              </a:defRPr>
            </a:lvl1pPr>
          </a:lstStyle>
          <a:p>
            <a:fld id="{E296E2B7-3C9A-4EA7-98A1-F88844A561CB}" type="slidenum">
              <a:rPr lang="en-US" smtClean="0"/>
              <a:pPr/>
              <a:t>‹#›</a:t>
            </a:fld>
            <a:endParaRPr lang="en-US"/>
          </a:p>
        </p:txBody>
      </p:sp>
    </p:spTree>
    <p:extLst>
      <p:ext uri="{BB962C8B-B14F-4D97-AF65-F5344CB8AC3E}">
        <p14:creationId xmlns:p14="http://schemas.microsoft.com/office/powerpoint/2010/main" val="685864909"/>
      </p:ext>
    </p:extLst>
  </p:cSld>
  <p:clrMap bg1="lt1" tx1="dk1" bg2="lt2" tx2="dk2" accent1="accent1" accent2="accent2" accent3="accent3" accent4="accent4" accent5="accent5" accent6="accent6" hlink="hlink" folHlink="folHlink"/>
  <p:sldLayoutIdLst>
    <p:sldLayoutId id="2147483666" r:id="rId1"/>
    <p:sldLayoutId id="2147483668" r:id="rId2"/>
    <p:sldLayoutId id="2147483667" r:id="rId3"/>
    <p:sldLayoutId id="2147483677" r:id="rId4"/>
    <p:sldLayoutId id="2147483678" r:id="rId5"/>
  </p:sldLayoutIdLst>
  <p:txStyles>
    <p:titleStyle>
      <a:lvl1pPr algn="l" defTabSz="914400" rtl="0" eaLnBrk="1" latinLnBrk="0" hangingPunct="1">
        <a:lnSpc>
          <a:spcPct val="90000"/>
        </a:lnSpc>
        <a:spcBef>
          <a:spcPct val="0"/>
        </a:spcBef>
        <a:buNone/>
        <a:defRPr sz="4800" b="1" kern="1200">
          <a:solidFill>
            <a:schemeClr val="accent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25" name="Freeform 124"/>
          <p:cNvSpPr/>
          <p:nvPr userDrawn="1"/>
        </p:nvSpPr>
        <p:spPr>
          <a:xfrm>
            <a:off x="9668360" y="3638231"/>
            <a:ext cx="2312170" cy="3219770"/>
          </a:xfrm>
          <a:custGeom>
            <a:avLst/>
            <a:gdLst>
              <a:gd name="connsiteX0" fmla="*/ 2305504 w 2345261"/>
              <a:gd name="connsiteY0" fmla="*/ 0 h 3395207"/>
              <a:gd name="connsiteX1" fmla="*/ 254068 w 2345261"/>
              <a:gd name="connsiteY1" fmla="*/ 2178658 h 3395207"/>
              <a:gd name="connsiteX2" fmla="*/ 102993 w 2345261"/>
              <a:gd name="connsiteY2" fmla="*/ 3395207 h 3395207"/>
              <a:gd name="connsiteX3" fmla="*/ 2345261 w 2345261"/>
              <a:gd name="connsiteY3" fmla="*/ 3395207 h 3395207"/>
              <a:gd name="connsiteX4" fmla="*/ 2345261 w 2345261"/>
              <a:gd name="connsiteY4" fmla="*/ 31805 h 3395207"/>
              <a:gd name="connsiteX5" fmla="*/ 2305504 w 2345261"/>
              <a:gd name="connsiteY5" fmla="*/ 0 h 3395207"/>
              <a:gd name="connsiteX0" fmla="*/ 2321531 w 2361288"/>
              <a:gd name="connsiteY0" fmla="*/ 0 h 3395207"/>
              <a:gd name="connsiteX1" fmla="*/ 270095 w 2361288"/>
              <a:gd name="connsiteY1" fmla="*/ 2178658 h 3395207"/>
              <a:gd name="connsiteX2" fmla="*/ 119020 w 2361288"/>
              <a:gd name="connsiteY2" fmla="*/ 3395207 h 3395207"/>
              <a:gd name="connsiteX3" fmla="*/ 2361288 w 2361288"/>
              <a:gd name="connsiteY3" fmla="*/ 3395207 h 3395207"/>
              <a:gd name="connsiteX4" fmla="*/ 2361288 w 2361288"/>
              <a:gd name="connsiteY4" fmla="*/ 31805 h 3395207"/>
              <a:gd name="connsiteX5" fmla="*/ 2321531 w 2361288"/>
              <a:gd name="connsiteY5" fmla="*/ 0 h 3395207"/>
              <a:gd name="connsiteX0" fmla="*/ 2320043 w 2359800"/>
              <a:gd name="connsiteY0" fmla="*/ 0 h 3395207"/>
              <a:gd name="connsiteX1" fmla="*/ 268607 w 2359800"/>
              <a:gd name="connsiteY1" fmla="*/ 2178658 h 3395207"/>
              <a:gd name="connsiteX2" fmla="*/ 117532 w 2359800"/>
              <a:gd name="connsiteY2" fmla="*/ 3395207 h 3395207"/>
              <a:gd name="connsiteX3" fmla="*/ 2359800 w 2359800"/>
              <a:gd name="connsiteY3" fmla="*/ 3395207 h 3395207"/>
              <a:gd name="connsiteX4" fmla="*/ 2359800 w 2359800"/>
              <a:gd name="connsiteY4" fmla="*/ 31805 h 3395207"/>
              <a:gd name="connsiteX5" fmla="*/ 2320043 w 2359800"/>
              <a:gd name="connsiteY5" fmla="*/ 0 h 3395207"/>
              <a:gd name="connsiteX0" fmla="*/ 2320043 w 2359800"/>
              <a:gd name="connsiteY0" fmla="*/ 0 h 3395207"/>
              <a:gd name="connsiteX1" fmla="*/ 268607 w 2359800"/>
              <a:gd name="connsiteY1" fmla="*/ 2178658 h 3395207"/>
              <a:gd name="connsiteX2" fmla="*/ 117532 w 2359800"/>
              <a:gd name="connsiteY2" fmla="*/ 3395207 h 3395207"/>
              <a:gd name="connsiteX3" fmla="*/ 2359800 w 2359800"/>
              <a:gd name="connsiteY3" fmla="*/ 3395207 h 3395207"/>
              <a:gd name="connsiteX4" fmla="*/ 2359800 w 2359800"/>
              <a:gd name="connsiteY4" fmla="*/ 31805 h 3395207"/>
              <a:gd name="connsiteX5" fmla="*/ 2320043 w 2359800"/>
              <a:gd name="connsiteY5" fmla="*/ 0 h 3395207"/>
              <a:gd name="connsiteX0" fmla="*/ 2320043 w 2359800"/>
              <a:gd name="connsiteY0" fmla="*/ 0 h 3395207"/>
              <a:gd name="connsiteX1" fmla="*/ 268607 w 2359800"/>
              <a:gd name="connsiteY1" fmla="*/ 2178658 h 3395207"/>
              <a:gd name="connsiteX2" fmla="*/ 117532 w 2359800"/>
              <a:gd name="connsiteY2" fmla="*/ 3395207 h 3395207"/>
              <a:gd name="connsiteX3" fmla="*/ 2359800 w 2359800"/>
              <a:gd name="connsiteY3" fmla="*/ 3395207 h 3395207"/>
              <a:gd name="connsiteX4" fmla="*/ 2359800 w 2359800"/>
              <a:gd name="connsiteY4" fmla="*/ 31805 h 3395207"/>
              <a:gd name="connsiteX5" fmla="*/ 2320043 w 2359800"/>
              <a:gd name="connsiteY5" fmla="*/ 0 h 3395207"/>
              <a:gd name="connsiteX0" fmla="*/ 2224831 w 2264588"/>
              <a:gd name="connsiteY0" fmla="*/ 0 h 3395207"/>
              <a:gd name="connsiteX1" fmla="*/ 173395 w 2264588"/>
              <a:gd name="connsiteY1" fmla="*/ 2178658 h 3395207"/>
              <a:gd name="connsiteX2" fmla="*/ 187125 w 2264588"/>
              <a:gd name="connsiteY2" fmla="*/ 3395207 h 3395207"/>
              <a:gd name="connsiteX3" fmla="*/ 2264588 w 2264588"/>
              <a:gd name="connsiteY3" fmla="*/ 3395207 h 3395207"/>
              <a:gd name="connsiteX4" fmla="*/ 2264588 w 2264588"/>
              <a:gd name="connsiteY4" fmla="*/ 31805 h 3395207"/>
              <a:gd name="connsiteX5" fmla="*/ 2224831 w 2264588"/>
              <a:gd name="connsiteY5" fmla="*/ 0 h 3395207"/>
              <a:gd name="connsiteX0" fmla="*/ 2224831 w 2307118"/>
              <a:gd name="connsiteY0" fmla="*/ 0 h 3395207"/>
              <a:gd name="connsiteX1" fmla="*/ 173395 w 2307118"/>
              <a:gd name="connsiteY1" fmla="*/ 2178658 h 3395207"/>
              <a:gd name="connsiteX2" fmla="*/ 187125 w 2307118"/>
              <a:gd name="connsiteY2" fmla="*/ 3395207 h 3395207"/>
              <a:gd name="connsiteX3" fmla="*/ 2264588 w 2307118"/>
              <a:gd name="connsiteY3" fmla="*/ 3395207 h 3395207"/>
              <a:gd name="connsiteX4" fmla="*/ 2307118 w 2307118"/>
              <a:gd name="connsiteY4" fmla="*/ 542167 h 3395207"/>
              <a:gd name="connsiteX5" fmla="*/ 2224831 w 2307118"/>
              <a:gd name="connsiteY5" fmla="*/ 0 h 3395207"/>
              <a:gd name="connsiteX0" fmla="*/ 2298995 w 2312170"/>
              <a:gd name="connsiteY0" fmla="*/ 0 h 3219770"/>
              <a:gd name="connsiteX1" fmla="*/ 178447 w 2312170"/>
              <a:gd name="connsiteY1" fmla="*/ 2003221 h 3219770"/>
              <a:gd name="connsiteX2" fmla="*/ 192177 w 2312170"/>
              <a:gd name="connsiteY2" fmla="*/ 3219770 h 3219770"/>
              <a:gd name="connsiteX3" fmla="*/ 2269640 w 2312170"/>
              <a:gd name="connsiteY3" fmla="*/ 3219770 h 3219770"/>
              <a:gd name="connsiteX4" fmla="*/ 2312170 w 2312170"/>
              <a:gd name="connsiteY4" fmla="*/ 366730 h 3219770"/>
              <a:gd name="connsiteX5" fmla="*/ 2298995 w 2312170"/>
              <a:gd name="connsiteY5" fmla="*/ 0 h 3219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12170" h="3219770">
                <a:moveTo>
                  <a:pt x="2298995" y="0"/>
                </a:moveTo>
                <a:cubicBezTo>
                  <a:pt x="1456819" y="806395"/>
                  <a:pt x="529583" y="1466593"/>
                  <a:pt x="178447" y="2003221"/>
                </a:cubicBezTo>
                <a:cubicBezTo>
                  <a:pt x="-172689" y="2539849"/>
                  <a:pt x="84172" y="2894429"/>
                  <a:pt x="192177" y="3219770"/>
                </a:cubicBezTo>
                <a:lnTo>
                  <a:pt x="2269640" y="3219770"/>
                </a:lnTo>
                <a:lnTo>
                  <a:pt x="2312170" y="366730"/>
                </a:lnTo>
                <a:lnTo>
                  <a:pt x="2298995"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Freeform 125"/>
          <p:cNvSpPr/>
          <p:nvPr userDrawn="1"/>
        </p:nvSpPr>
        <p:spPr>
          <a:xfrm>
            <a:off x="9832200" y="3462793"/>
            <a:ext cx="2359800" cy="3395207"/>
          </a:xfrm>
          <a:custGeom>
            <a:avLst/>
            <a:gdLst>
              <a:gd name="connsiteX0" fmla="*/ 2305504 w 2345261"/>
              <a:gd name="connsiteY0" fmla="*/ 0 h 3395207"/>
              <a:gd name="connsiteX1" fmla="*/ 254068 w 2345261"/>
              <a:gd name="connsiteY1" fmla="*/ 2178658 h 3395207"/>
              <a:gd name="connsiteX2" fmla="*/ 102993 w 2345261"/>
              <a:gd name="connsiteY2" fmla="*/ 3395207 h 3395207"/>
              <a:gd name="connsiteX3" fmla="*/ 2345261 w 2345261"/>
              <a:gd name="connsiteY3" fmla="*/ 3395207 h 3395207"/>
              <a:gd name="connsiteX4" fmla="*/ 2345261 w 2345261"/>
              <a:gd name="connsiteY4" fmla="*/ 31805 h 3395207"/>
              <a:gd name="connsiteX5" fmla="*/ 2305504 w 2345261"/>
              <a:gd name="connsiteY5" fmla="*/ 0 h 3395207"/>
              <a:gd name="connsiteX0" fmla="*/ 2321531 w 2361288"/>
              <a:gd name="connsiteY0" fmla="*/ 0 h 3395207"/>
              <a:gd name="connsiteX1" fmla="*/ 270095 w 2361288"/>
              <a:gd name="connsiteY1" fmla="*/ 2178658 h 3395207"/>
              <a:gd name="connsiteX2" fmla="*/ 119020 w 2361288"/>
              <a:gd name="connsiteY2" fmla="*/ 3395207 h 3395207"/>
              <a:gd name="connsiteX3" fmla="*/ 2361288 w 2361288"/>
              <a:gd name="connsiteY3" fmla="*/ 3395207 h 3395207"/>
              <a:gd name="connsiteX4" fmla="*/ 2361288 w 2361288"/>
              <a:gd name="connsiteY4" fmla="*/ 31805 h 3395207"/>
              <a:gd name="connsiteX5" fmla="*/ 2321531 w 2361288"/>
              <a:gd name="connsiteY5" fmla="*/ 0 h 3395207"/>
              <a:gd name="connsiteX0" fmla="*/ 2320043 w 2359800"/>
              <a:gd name="connsiteY0" fmla="*/ 0 h 3395207"/>
              <a:gd name="connsiteX1" fmla="*/ 268607 w 2359800"/>
              <a:gd name="connsiteY1" fmla="*/ 2178658 h 3395207"/>
              <a:gd name="connsiteX2" fmla="*/ 117532 w 2359800"/>
              <a:gd name="connsiteY2" fmla="*/ 3395207 h 3395207"/>
              <a:gd name="connsiteX3" fmla="*/ 2359800 w 2359800"/>
              <a:gd name="connsiteY3" fmla="*/ 3395207 h 3395207"/>
              <a:gd name="connsiteX4" fmla="*/ 2359800 w 2359800"/>
              <a:gd name="connsiteY4" fmla="*/ 31805 h 3395207"/>
              <a:gd name="connsiteX5" fmla="*/ 2320043 w 2359800"/>
              <a:gd name="connsiteY5" fmla="*/ 0 h 3395207"/>
              <a:gd name="connsiteX0" fmla="*/ 2320043 w 2359800"/>
              <a:gd name="connsiteY0" fmla="*/ 0 h 3395207"/>
              <a:gd name="connsiteX1" fmla="*/ 268607 w 2359800"/>
              <a:gd name="connsiteY1" fmla="*/ 2178658 h 3395207"/>
              <a:gd name="connsiteX2" fmla="*/ 117532 w 2359800"/>
              <a:gd name="connsiteY2" fmla="*/ 3395207 h 3395207"/>
              <a:gd name="connsiteX3" fmla="*/ 2359800 w 2359800"/>
              <a:gd name="connsiteY3" fmla="*/ 3395207 h 3395207"/>
              <a:gd name="connsiteX4" fmla="*/ 2359800 w 2359800"/>
              <a:gd name="connsiteY4" fmla="*/ 31805 h 3395207"/>
              <a:gd name="connsiteX5" fmla="*/ 2320043 w 2359800"/>
              <a:gd name="connsiteY5" fmla="*/ 0 h 3395207"/>
              <a:gd name="connsiteX0" fmla="*/ 2320043 w 2359800"/>
              <a:gd name="connsiteY0" fmla="*/ 0 h 3395207"/>
              <a:gd name="connsiteX1" fmla="*/ 268607 w 2359800"/>
              <a:gd name="connsiteY1" fmla="*/ 2178658 h 3395207"/>
              <a:gd name="connsiteX2" fmla="*/ 117532 w 2359800"/>
              <a:gd name="connsiteY2" fmla="*/ 3395207 h 3395207"/>
              <a:gd name="connsiteX3" fmla="*/ 2359800 w 2359800"/>
              <a:gd name="connsiteY3" fmla="*/ 3395207 h 3395207"/>
              <a:gd name="connsiteX4" fmla="*/ 2359800 w 2359800"/>
              <a:gd name="connsiteY4" fmla="*/ 31805 h 3395207"/>
              <a:gd name="connsiteX5" fmla="*/ 2320043 w 2359800"/>
              <a:gd name="connsiteY5" fmla="*/ 0 h 3395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59800" h="3395207">
                <a:moveTo>
                  <a:pt x="2320043" y="0"/>
                </a:moveTo>
                <a:cubicBezTo>
                  <a:pt x="1477867" y="806395"/>
                  <a:pt x="675448" y="1668449"/>
                  <a:pt x="268607" y="2178658"/>
                </a:cubicBezTo>
                <a:cubicBezTo>
                  <a:pt x="-138234" y="2688867"/>
                  <a:pt x="9527" y="3069866"/>
                  <a:pt x="117532" y="3395207"/>
                </a:cubicBezTo>
                <a:lnTo>
                  <a:pt x="2359800" y="3395207"/>
                </a:lnTo>
                <a:lnTo>
                  <a:pt x="2359800" y="31805"/>
                </a:lnTo>
                <a:lnTo>
                  <a:pt x="2320043"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p:cNvGrpSpPr/>
          <p:nvPr userDrawn="1"/>
        </p:nvGrpSpPr>
        <p:grpSpPr>
          <a:xfrm flipH="1">
            <a:off x="9999424" y="5622449"/>
            <a:ext cx="2067558" cy="1099026"/>
            <a:chOff x="179783" y="5622449"/>
            <a:chExt cx="2067558" cy="1099026"/>
          </a:xfrm>
        </p:grpSpPr>
        <p:grpSp>
          <p:nvGrpSpPr>
            <p:cNvPr id="14" name="Group 13"/>
            <p:cNvGrpSpPr/>
            <p:nvPr userDrawn="1"/>
          </p:nvGrpSpPr>
          <p:grpSpPr>
            <a:xfrm>
              <a:off x="179783" y="6573996"/>
              <a:ext cx="356234" cy="147479"/>
              <a:chOff x="660083" y="4937919"/>
              <a:chExt cx="356234" cy="147479"/>
            </a:xfrm>
          </p:grpSpPr>
          <p:sp>
            <p:nvSpPr>
              <p:cNvPr id="113" name="Freeform 112"/>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14" name="Freeform 113"/>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15" name="Freeform 114"/>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16" name="Freeform 115"/>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17" name="Freeform 116"/>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18" name="Freeform 117"/>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grpSp>
        <p:grpSp>
          <p:nvGrpSpPr>
            <p:cNvPr id="15" name="Group 14"/>
            <p:cNvGrpSpPr/>
            <p:nvPr userDrawn="1"/>
          </p:nvGrpSpPr>
          <p:grpSpPr>
            <a:xfrm>
              <a:off x="179783" y="6336110"/>
              <a:ext cx="356234" cy="147479"/>
              <a:chOff x="660083" y="4937919"/>
              <a:chExt cx="356234" cy="147479"/>
            </a:xfrm>
          </p:grpSpPr>
          <p:sp>
            <p:nvSpPr>
              <p:cNvPr id="107" name="Freeform 106"/>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08" name="Freeform 107"/>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09" name="Freeform 108"/>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10" name="Freeform 109"/>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11" name="Freeform 110"/>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12" name="Freeform 111"/>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grpSp>
        <p:grpSp>
          <p:nvGrpSpPr>
            <p:cNvPr id="16" name="Group 15"/>
            <p:cNvGrpSpPr/>
            <p:nvPr userDrawn="1"/>
          </p:nvGrpSpPr>
          <p:grpSpPr>
            <a:xfrm>
              <a:off x="179783" y="6098223"/>
              <a:ext cx="356234" cy="147479"/>
              <a:chOff x="660083" y="4937919"/>
              <a:chExt cx="356234" cy="147479"/>
            </a:xfrm>
          </p:grpSpPr>
          <p:sp>
            <p:nvSpPr>
              <p:cNvPr id="101" name="Freeform 100"/>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02" name="Freeform 101"/>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03" name="Freeform 102"/>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04" name="Freeform 103"/>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05" name="Freeform 104"/>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06" name="Freeform 105"/>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grpSp>
        <p:grpSp>
          <p:nvGrpSpPr>
            <p:cNvPr id="17" name="Group 16"/>
            <p:cNvGrpSpPr/>
            <p:nvPr userDrawn="1"/>
          </p:nvGrpSpPr>
          <p:grpSpPr>
            <a:xfrm>
              <a:off x="179783" y="5860336"/>
              <a:ext cx="356234" cy="147479"/>
              <a:chOff x="660083" y="4937919"/>
              <a:chExt cx="356234" cy="147479"/>
            </a:xfrm>
          </p:grpSpPr>
          <p:sp>
            <p:nvSpPr>
              <p:cNvPr id="95" name="Freeform 94"/>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96" name="Freeform 95"/>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97" name="Freeform 96"/>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98" name="Freeform 97"/>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99" name="Freeform 98"/>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00" name="Freeform 99"/>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grpSp>
        <p:grpSp>
          <p:nvGrpSpPr>
            <p:cNvPr id="18" name="Group 17"/>
            <p:cNvGrpSpPr/>
            <p:nvPr userDrawn="1"/>
          </p:nvGrpSpPr>
          <p:grpSpPr>
            <a:xfrm>
              <a:off x="179783" y="5622449"/>
              <a:ext cx="356234" cy="147479"/>
              <a:chOff x="660083" y="4937919"/>
              <a:chExt cx="356234" cy="147479"/>
            </a:xfrm>
          </p:grpSpPr>
          <p:sp>
            <p:nvSpPr>
              <p:cNvPr id="89" name="Freeform 88"/>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90" name="Freeform 89"/>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91" name="Freeform 90"/>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92" name="Freeform 91"/>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93" name="Freeform 92"/>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94" name="Freeform 93"/>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grpSp>
        <p:grpSp>
          <p:nvGrpSpPr>
            <p:cNvPr id="19" name="Group 18"/>
            <p:cNvGrpSpPr/>
            <p:nvPr userDrawn="1"/>
          </p:nvGrpSpPr>
          <p:grpSpPr>
            <a:xfrm>
              <a:off x="607614" y="6573996"/>
              <a:ext cx="356234" cy="147479"/>
              <a:chOff x="660083" y="4937919"/>
              <a:chExt cx="356234" cy="147479"/>
            </a:xfrm>
          </p:grpSpPr>
          <p:sp>
            <p:nvSpPr>
              <p:cNvPr id="83" name="Freeform 82"/>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84" name="Freeform 83"/>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85" name="Freeform 84"/>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86" name="Freeform 85"/>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87" name="Freeform 86"/>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88" name="Freeform 87"/>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grpSp>
        <p:grpSp>
          <p:nvGrpSpPr>
            <p:cNvPr id="20" name="Group 19"/>
            <p:cNvGrpSpPr/>
            <p:nvPr userDrawn="1"/>
          </p:nvGrpSpPr>
          <p:grpSpPr>
            <a:xfrm>
              <a:off x="607614" y="6336110"/>
              <a:ext cx="356234" cy="147479"/>
              <a:chOff x="660083" y="4937919"/>
              <a:chExt cx="356234" cy="147479"/>
            </a:xfrm>
          </p:grpSpPr>
          <p:sp>
            <p:nvSpPr>
              <p:cNvPr id="77" name="Freeform 76"/>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78" name="Freeform 77"/>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79" name="Freeform 78"/>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80" name="Freeform 79"/>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81" name="Freeform 80"/>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82" name="Freeform 81"/>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grpSp>
        <p:grpSp>
          <p:nvGrpSpPr>
            <p:cNvPr id="21" name="Group 20"/>
            <p:cNvGrpSpPr/>
            <p:nvPr userDrawn="1"/>
          </p:nvGrpSpPr>
          <p:grpSpPr>
            <a:xfrm>
              <a:off x="607614" y="6098223"/>
              <a:ext cx="356234" cy="147479"/>
              <a:chOff x="660083" y="4937919"/>
              <a:chExt cx="356234" cy="147479"/>
            </a:xfrm>
          </p:grpSpPr>
          <p:sp>
            <p:nvSpPr>
              <p:cNvPr id="71" name="Freeform 70"/>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72" name="Freeform 71"/>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73" name="Freeform 72"/>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74" name="Freeform 73"/>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75" name="Freeform 74"/>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76" name="Freeform 75"/>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grpSp>
        <p:grpSp>
          <p:nvGrpSpPr>
            <p:cNvPr id="22" name="Group 21"/>
            <p:cNvGrpSpPr/>
            <p:nvPr userDrawn="1"/>
          </p:nvGrpSpPr>
          <p:grpSpPr>
            <a:xfrm>
              <a:off x="607614" y="5860336"/>
              <a:ext cx="356234" cy="147479"/>
              <a:chOff x="660083" y="4937919"/>
              <a:chExt cx="356234" cy="147479"/>
            </a:xfrm>
          </p:grpSpPr>
          <p:sp>
            <p:nvSpPr>
              <p:cNvPr id="65" name="Freeform 64"/>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66" name="Freeform 65"/>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67" name="Freeform 66"/>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68" name="Freeform 67"/>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69" name="Freeform 68"/>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70" name="Freeform 69"/>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grpSp>
        <p:grpSp>
          <p:nvGrpSpPr>
            <p:cNvPr id="23" name="Group 22"/>
            <p:cNvGrpSpPr/>
            <p:nvPr userDrawn="1"/>
          </p:nvGrpSpPr>
          <p:grpSpPr>
            <a:xfrm>
              <a:off x="1035445" y="6573996"/>
              <a:ext cx="356234" cy="147479"/>
              <a:chOff x="660083" y="4937919"/>
              <a:chExt cx="356234" cy="147479"/>
            </a:xfrm>
          </p:grpSpPr>
          <p:sp>
            <p:nvSpPr>
              <p:cNvPr id="59" name="Freeform 58"/>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60" name="Freeform 59"/>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61" name="Freeform 60"/>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62" name="Freeform 61"/>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63" name="Freeform 62"/>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64" name="Freeform 63"/>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grpSp>
        <p:grpSp>
          <p:nvGrpSpPr>
            <p:cNvPr id="24" name="Group 23"/>
            <p:cNvGrpSpPr/>
            <p:nvPr userDrawn="1"/>
          </p:nvGrpSpPr>
          <p:grpSpPr>
            <a:xfrm>
              <a:off x="1035445" y="6336110"/>
              <a:ext cx="356234" cy="147479"/>
              <a:chOff x="660083" y="4937919"/>
              <a:chExt cx="356234" cy="147479"/>
            </a:xfrm>
          </p:grpSpPr>
          <p:sp>
            <p:nvSpPr>
              <p:cNvPr id="53" name="Freeform 52"/>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4" name="Freeform 53"/>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5" name="Freeform 54"/>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6" name="Freeform 55"/>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7" name="Freeform 56"/>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8" name="Freeform 57"/>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grpSp>
        <p:grpSp>
          <p:nvGrpSpPr>
            <p:cNvPr id="25" name="Group 24"/>
            <p:cNvGrpSpPr/>
            <p:nvPr userDrawn="1"/>
          </p:nvGrpSpPr>
          <p:grpSpPr>
            <a:xfrm>
              <a:off x="1035445" y="6098223"/>
              <a:ext cx="356234" cy="147479"/>
              <a:chOff x="660083" y="4937919"/>
              <a:chExt cx="356234" cy="147479"/>
            </a:xfrm>
          </p:grpSpPr>
          <p:sp>
            <p:nvSpPr>
              <p:cNvPr id="47" name="Freeform 46"/>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48" name="Freeform 47"/>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49" name="Freeform 48"/>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0" name="Freeform 49"/>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1" name="Freeform 50"/>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2" name="Freeform 51"/>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grpSp>
        <p:grpSp>
          <p:nvGrpSpPr>
            <p:cNvPr id="26" name="Group 25"/>
            <p:cNvGrpSpPr/>
            <p:nvPr userDrawn="1"/>
          </p:nvGrpSpPr>
          <p:grpSpPr>
            <a:xfrm>
              <a:off x="1463276" y="6573996"/>
              <a:ext cx="356234" cy="147479"/>
              <a:chOff x="660083" y="4937919"/>
              <a:chExt cx="356234" cy="147479"/>
            </a:xfrm>
          </p:grpSpPr>
          <p:sp>
            <p:nvSpPr>
              <p:cNvPr id="41" name="Freeform 40"/>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42" name="Freeform 41"/>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43" name="Freeform 42"/>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44" name="Freeform 43"/>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45" name="Freeform 44"/>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46" name="Freeform 45"/>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grpSp>
        <p:grpSp>
          <p:nvGrpSpPr>
            <p:cNvPr id="27" name="Group 26"/>
            <p:cNvGrpSpPr/>
            <p:nvPr userDrawn="1"/>
          </p:nvGrpSpPr>
          <p:grpSpPr>
            <a:xfrm>
              <a:off x="1463276" y="6336110"/>
              <a:ext cx="356234" cy="147479"/>
              <a:chOff x="660083" y="4937919"/>
              <a:chExt cx="356234" cy="147479"/>
            </a:xfrm>
          </p:grpSpPr>
          <p:sp>
            <p:nvSpPr>
              <p:cNvPr id="35" name="Freeform 34"/>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6" name="Freeform 35"/>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7" name="Freeform 36"/>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8" name="Freeform 37"/>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9" name="Freeform 38"/>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40" name="Freeform 39"/>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grpSp>
        <p:grpSp>
          <p:nvGrpSpPr>
            <p:cNvPr id="28" name="Group 27"/>
            <p:cNvGrpSpPr/>
            <p:nvPr userDrawn="1"/>
          </p:nvGrpSpPr>
          <p:grpSpPr>
            <a:xfrm>
              <a:off x="1891107" y="6573996"/>
              <a:ext cx="356234" cy="147479"/>
              <a:chOff x="660083" y="4937919"/>
              <a:chExt cx="356234" cy="147479"/>
            </a:xfrm>
          </p:grpSpPr>
          <p:sp>
            <p:nvSpPr>
              <p:cNvPr id="29" name="Freeform 28"/>
              <p:cNvSpPr/>
              <p:nvPr userDrawn="1"/>
            </p:nvSpPr>
            <p:spPr>
              <a:xfrm>
                <a:off x="660083"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0" name="Freeform 29"/>
              <p:cNvSpPr/>
              <p:nvPr userDrawn="1"/>
            </p:nvSpPr>
            <p:spPr>
              <a:xfrm>
                <a:off x="660083"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1" name="Freeform 30"/>
              <p:cNvSpPr/>
              <p:nvPr userDrawn="1"/>
            </p:nvSpPr>
            <p:spPr>
              <a:xfrm>
                <a:off x="660083"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2" name="Freeform 31"/>
              <p:cNvSpPr/>
              <p:nvPr userDrawn="1"/>
            </p:nvSpPr>
            <p:spPr>
              <a:xfrm flipH="1">
                <a:off x="833437" y="4937919"/>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3" name="Freeform 32"/>
              <p:cNvSpPr/>
              <p:nvPr userDrawn="1"/>
            </p:nvSpPr>
            <p:spPr>
              <a:xfrm flipH="1">
                <a:off x="833437" y="4988243"/>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34" name="Freeform 33"/>
              <p:cNvSpPr/>
              <p:nvPr userDrawn="1"/>
            </p:nvSpPr>
            <p:spPr>
              <a:xfrm flipH="1">
                <a:off x="833437" y="5039678"/>
                <a:ext cx="182880" cy="45720"/>
              </a:xfrm>
              <a:custGeom>
                <a:avLst/>
                <a:gdLst>
                  <a:gd name="connsiteX0" fmla="*/ 0 w 4739640"/>
                  <a:gd name="connsiteY0" fmla="*/ 0 h 1188720"/>
                  <a:gd name="connsiteX1" fmla="*/ 2148840 w 4739640"/>
                  <a:gd name="connsiteY1" fmla="*/ 0 h 1188720"/>
                  <a:gd name="connsiteX2" fmla="*/ 4739640 w 4739640"/>
                  <a:gd name="connsiteY2"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528060 w 4739640"/>
                  <a:gd name="connsiteY2" fmla="*/ 64770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 name="connsiteX0" fmla="*/ 0 w 4739640"/>
                  <a:gd name="connsiteY0" fmla="*/ 0 h 1188720"/>
                  <a:gd name="connsiteX1" fmla="*/ 2148840 w 4739640"/>
                  <a:gd name="connsiteY1" fmla="*/ 0 h 1188720"/>
                  <a:gd name="connsiteX2" fmla="*/ 3649980 w 4739640"/>
                  <a:gd name="connsiteY2" fmla="*/ 388620 h 1188720"/>
                  <a:gd name="connsiteX3" fmla="*/ 4739640 w 4739640"/>
                  <a:gd name="connsiteY3" fmla="*/ 1188720 h 1188720"/>
                </a:gdLst>
                <a:ahLst/>
                <a:cxnLst>
                  <a:cxn ang="0">
                    <a:pos x="connsiteX0" y="connsiteY0"/>
                  </a:cxn>
                  <a:cxn ang="0">
                    <a:pos x="connsiteX1" y="connsiteY1"/>
                  </a:cxn>
                  <a:cxn ang="0">
                    <a:pos x="connsiteX2" y="connsiteY2"/>
                  </a:cxn>
                  <a:cxn ang="0">
                    <a:pos x="connsiteX3" y="connsiteY3"/>
                  </a:cxn>
                </a:cxnLst>
                <a:rect l="l" t="t" r="r" b="b"/>
                <a:pathLst>
                  <a:path w="4739640" h="1188720">
                    <a:moveTo>
                      <a:pt x="0" y="0"/>
                    </a:moveTo>
                    <a:lnTo>
                      <a:pt x="2148840" y="0"/>
                    </a:lnTo>
                    <a:cubicBezTo>
                      <a:pt x="2782570" y="46990"/>
                      <a:pt x="3218180" y="190500"/>
                      <a:pt x="3649980" y="388620"/>
                    </a:cubicBezTo>
                    <a:cubicBezTo>
                      <a:pt x="4081780" y="586740"/>
                      <a:pt x="4480560" y="932180"/>
                      <a:pt x="4739640" y="1188720"/>
                    </a:cubicBezTo>
                  </a:path>
                </a:pathLst>
              </a:custGeom>
              <a:noFill/>
              <a:ln w="158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grpSp>
      </p:grpSp>
      <p:sp>
        <p:nvSpPr>
          <p:cNvPr id="124" name="Rectangle 121"/>
          <p:cNvSpPr/>
          <p:nvPr userDrawn="1"/>
        </p:nvSpPr>
        <p:spPr>
          <a:xfrm>
            <a:off x="80266" y="176647"/>
            <a:ext cx="1994293" cy="6691746"/>
          </a:xfrm>
          <a:custGeom>
            <a:avLst/>
            <a:gdLst>
              <a:gd name="connsiteX0" fmla="*/ 0 w 958857"/>
              <a:gd name="connsiteY0" fmla="*/ 0 h 6858001"/>
              <a:gd name="connsiteX1" fmla="*/ 958857 w 958857"/>
              <a:gd name="connsiteY1" fmla="*/ 0 h 6858001"/>
              <a:gd name="connsiteX2" fmla="*/ 958857 w 958857"/>
              <a:gd name="connsiteY2" fmla="*/ 6858001 h 6858001"/>
              <a:gd name="connsiteX3" fmla="*/ 0 w 958857"/>
              <a:gd name="connsiteY3" fmla="*/ 6858001 h 6858001"/>
              <a:gd name="connsiteX4" fmla="*/ 0 w 958857"/>
              <a:gd name="connsiteY4" fmla="*/ 0 h 6858001"/>
              <a:gd name="connsiteX0" fmla="*/ 0 w 958857"/>
              <a:gd name="connsiteY0" fmla="*/ 0 h 6858001"/>
              <a:gd name="connsiteX1" fmla="*/ 532830 w 958857"/>
              <a:gd name="connsiteY1" fmla="*/ 10391 h 6858001"/>
              <a:gd name="connsiteX2" fmla="*/ 958857 w 958857"/>
              <a:gd name="connsiteY2" fmla="*/ 6858001 h 6858001"/>
              <a:gd name="connsiteX3" fmla="*/ 0 w 958857"/>
              <a:gd name="connsiteY3" fmla="*/ 6858001 h 6858001"/>
              <a:gd name="connsiteX4" fmla="*/ 0 w 958857"/>
              <a:gd name="connsiteY4" fmla="*/ 0 h 6858001"/>
              <a:gd name="connsiteX0" fmla="*/ 0 w 958857"/>
              <a:gd name="connsiteY0" fmla="*/ 0 h 6858001"/>
              <a:gd name="connsiteX1" fmla="*/ 532830 w 958857"/>
              <a:gd name="connsiteY1" fmla="*/ 10391 h 6858001"/>
              <a:gd name="connsiteX2" fmla="*/ 696191 w 958857"/>
              <a:gd name="connsiteY2" fmla="*/ 2410691 h 6858001"/>
              <a:gd name="connsiteX3" fmla="*/ 958857 w 958857"/>
              <a:gd name="connsiteY3" fmla="*/ 6858001 h 6858001"/>
              <a:gd name="connsiteX4" fmla="*/ 0 w 958857"/>
              <a:gd name="connsiteY4" fmla="*/ 6858001 h 6858001"/>
              <a:gd name="connsiteX5" fmla="*/ 0 w 958857"/>
              <a:gd name="connsiteY5" fmla="*/ 0 h 6858001"/>
              <a:gd name="connsiteX0" fmla="*/ 0 w 984731"/>
              <a:gd name="connsiteY0" fmla="*/ 0 h 6858001"/>
              <a:gd name="connsiteX1" fmla="*/ 532830 w 984731"/>
              <a:gd name="connsiteY1" fmla="*/ 10391 h 6858001"/>
              <a:gd name="connsiteX2" fmla="*/ 696191 w 984731"/>
              <a:gd name="connsiteY2" fmla="*/ 2410691 h 6858001"/>
              <a:gd name="connsiteX3" fmla="*/ 958857 w 984731"/>
              <a:gd name="connsiteY3" fmla="*/ 6858001 h 6858001"/>
              <a:gd name="connsiteX4" fmla="*/ 0 w 984731"/>
              <a:gd name="connsiteY4" fmla="*/ 6858001 h 6858001"/>
              <a:gd name="connsiteX5" fmla="*/ 0 w 984731"/>
              <a:gd name="connsiteY5" fmla="*/ 0 h 6858001"/>
              <a:gd name="connsiteX0" fmla="*/ 0 w 1977982"/>
              <a:gd name="connsiteY0" fmla="*/ 0 h 6858001"/>
              <a:gd name="connsiteX1" fmla="*/ 532830 w 1977982"/>
              <a:gd name="connsiteY1" fmla="*/ 10391 h 6858001"/>
              <a:gd name="connsiteX2" fmla="*/ 1974273 w 1977982"/>
              <a:gd name="connsiteY2" fmla="*/ 2223654 h 6858001"/>
              <a:gd name="connsiteX3" fmla="*/ 958857 w 1977982"/>
              <a:gd name="connsiteY3" fmla="*/ 6858001 h 6858001"/>
              <a:gd name="connsiteX4" fmla="*/ 0 w 1977982"/>
              <a:gd name="connsiteY4" fmla="*/ 6858001 h 6858001"/>
              <a:gd name="connsiteX5" fmla="*/ 0 w 1977982"/>
              <a:gd name="connsiteY5" fmla="*/ 0 h 6858001"/>
              <a:gd name="connsiteX0" fmla="*/ 0 w 1974452"/>
              <a:gd name="connsiteY0" fmla="*/ 0 h 6868392"/>
              <a:gd name="connsiteX1" fmla="*/ 532830 w 1974452"/>
              <a:gd name="connsiteY1" fmla="*/ 10391 h 6868392"/>
              <a:gd name="connsiteX2" fmla="*/ 1974273 w 1974452"/>
              <a:gd name="connsiteY2" fmla="*/ 2223654 h 6868392"/>
              <a:gd name="connsiteX3" fmla="*/ 636738 w 1974452"/>
              <a:gd name="connsiteY3" fmla="*/ 6868392 h 6868392"/>
              <a:gd name="connsiteX4" fmla="*/ 0 w 1974452"/>
              <a:gd name="connsiteY4" fmla="*/ 6858001 h 6868392"/>
              <a:gd name="connsiteX5" fmla="*/ 0 w 1974452"/>
              <a:gd name="connsiteY5" fmla="*/ 0 h 6868392"/>
              <a:gd name="connsiteX0" fmla="*/ 0 w 1976024"/>
              <a:gd name="connsiteY0" fmla="*/ 0 h 6868392"/>
              <a:gd name="connsiteX1" fmla="*/ 304230 w 1976024"/>
              <a:gd name="connsiteY1" fmla="*/ 10391 h 6868392"/>
              <a:gd name="connsiteX2" fmla="*/ 1974273 w 1976024"/>
              <a:gd name="connsiteY2" fmla="*/ 2223654 h 6868392"/>
              <a:gd name="connsiteX3" fmla="*/ 636738 w 1976024"/>
              <a:gd name="connsiteY3" fmla="*/ 6868392 h 6868392"/>
              <a:gd name="connsiteX4" fmla="*/ 0 w 1976024"/>
              <a:gd name="connsiteY4" fmla="*/ 6858001 h 6868392"/>
              <a:gd name="connsiteX5" fmla="*/ 0 w 1976024"/>
              <a:gd name="connsiteY5" fmla="*/ 0 h 6868392"/>
              <a:gd name="connsiteX0" fmla="*/ 0 w 1976024"/>
              <a:gd name="connsiteY0" fmla="*/ 0 h 6868392"/>
              <a:gd name="connsiteX1" fmla="*/ 304230 w 1976024"/>
              <a:gd name="connsiteY1" fmla="*/ 10391 h 6868392"/>
              <a:gd name="connsiteX2" fmla="*/ 1974273 w 1976024"/>
              <a:gd name="connsiteY2" fmla="*/ 2223654 h 6868392"/>
              <a:gd name="connsiteX3" fmla="*/ 636738 w 1976024"/>
              <a:gd name="connsiteY3" fmla="*/ 6868392 h 6868392"/>
              <a:gd name="connsiteX4" fmla="*/ 0 w 1976024"/>
              <a:gd name="connsiteY4" fmla="*/ 6858001 h 6868392"/>
              <a:gd name="connsiteX5" fmla="*/ 0 w 1976024"/>
              <a:gd name="connsiteY5" fmla="*/ 0 h 6868392"/>
              <a:gd name="connsiteX0" fmla="*/ 0 w 1981233"/>
              <a:gd name="connsiteY0" fmla="*/ 0 h 6868392"/>
              <a:gd name="connsiteX1" fmla="*/ 304230 w 1981233"/>
              <a:gd name="connsiteY1" fmla="*/ 10391 h 6868392"/>
              <a:gd name="connsiteX2" fmla="*/ 1974273 w 1981233"/>
              <a:gd name="connsiteY2" fmla="*/ 2223654 h 6868392"/>
              <a:gd name="connsiteX3" fmla="*/ 636738 w 1981233"/>
              <a:gd name="connsiteY3" fmla="*/ 6868392 h 6868392"/>
              <a:gd name="connsiteX4" fmla="*/ 0 w 1981233"/>
              <a:gd name="connsiteY4" fmla="*/ 6858001 h 6868392"/>
              <a:gd name="connsiteX5" fmla="*/ 0 w 1981233"/>
              <a:gd name="connsiteY5" fmla="*/ 0 h 6868392"/>
              <a:gd name="connsiteX0" fmla="*/ 0 w 1981233"/>
              <a:gd name="connsiteY0" fmla="*/ 0 h 6868392"/>
              <a:gd name="connsiteX1" fmla="*/ 304230 w 1981233"/>
              <a:gd name="connsiteY1" fmla="*/ 10391 h 6868392"/>
              <a:gd name="connsiteX2" fmla="*/ 1974273 w 1981233"/>
              <a:gd name="connsiteY2" fmla="*/ 2223654 h 6868392"/>
              <a:gd name="connsiteX3" fmla="*/ 636738 w 1981233"/>
              <a:gd name="connsiteY3" fmla="*/ 6868392 h 6868392"/>
              <a:gd name="connsiteX4" fmla="*/ 0 w 1981233"/>
              <a:gd name="connsiteY4" fmla="*/ 6858001 h 6868392"/>
              <a:gd name="connsiteX5" fmla="*/ 0 w 1981233"/>
              <a:gd name="connsiteY5" fmla="*/ 0 h 6868392"/>
              <a:gd name="connsiteX0" fmla="*/ 0 w 1975844"/>
              <a:gd name="connsiteY0" fmla="*/ 0 h 6868392"/>
              <a:gd name="connsiteX1" fmla="*/ 336888 w 1975844"/>
              <a:gd name="connsiteY1" fmla="*/ 0 h 6868392"/>
              <a:gd name="connsiteX2" fmla="*/ 1974273 w 1975844"/>
              <a:gd name="connsiteY2" fmla="*/ 2223654 h 6868392"/>
              <a:gd name="connsiteX3" fmla="*/ 636738 w 1975844"/>
              <a:gd name="connsiteY3" fmla="*/ 6868392 h 6868392"/>
              <a:gd name="connsiteX4" fmla="*/ 0 w 1975844"/>
              <a:gd name="connsiteY4" fmla="*/ 6858001 h 6868392"/>
              <a:gd name="connsiteX5" fmla="*/ 0 w 1975844"/>
              <a:gd name="connsiteY5" fmla="*/ 0 h 6868392"/>
              <a:gd name="connsiteX0" fmla="*/ 0 w 1976498"/>
              <a:gd name="connsiteY0" fmla="*/ 0 h 6868392"/>
              <a:gd name="connsiteX1" fmla="*/ 336888 w 1976498"/>
              <a:gd name="connsiteY1" fmla="*/ 0 h 6868392"/>
              <a:gd name="connsiteX2" fmla="*/ 1974273 w 1976498"/>
              <a:gd name="connsiteY2" fmla="*/ 2223654 h 6868392"/>
              <a:gd name="connsiteX3" fmla="*/ 688229 w 1976498"/>
              <a:gd name="connsiteY3" fmla="*/ 6868392 h 6868392"/>
              <a:gd name="connsiteX4" fmla="*/ 0 w 1976498"/>
              <a:gd name="connsiteY4" fmla="*/ 6858001 h 6868392"/>
              <a:gd name="connsiteX5" fmla="*/ 0 w 1976498"/>
              <a:gd name="connsiteY5" fmla="*/ 0 h 6868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76498" h="6868392">
                <a:moveTo>
                  <a:pt x="0" y="0"/>
                </a:moveTo>
                <a:lnTo>
                  <a:pt x="336888" y="0"/>
                </a:lnTo>
                <a:cubicBezTo>
                  <a:pt x="629566" y="308264"/>
                  <a:pt x="1915716" y="1078922"/>
                  <a:pt x="1974273" y="2223654"/>
                </a:cubicBezTo>
                <a:cubicBezTo>
                  <a:pt x="2032830" y="3368386"/>
                  <a:pt x="918561" y="6116783"/>
                  <a:pt x="688229" y="6868392"/>
                </a:cubicBezTo>
                <a:lnTo>
                  <a:pt x="0" y="6858001"/>
                </a:lnTo>
                <a:lnTo>
                  <a:pt x="0" y="0"/>
                </a:lnTo>
                <a:close/>
              </a:path>
            </a:pathLst>
          </a:cu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Rectangle 121"/>
          <p:cNvSpPr/>
          <p:nvPr userDrawn="1"/>
        </p:nvSpPr>
        <p:spPr>
          <a:xfrm>
            <a:off x="1" y="1"/>
            <a:ext cx="1885962" cy="6868392"/>
          </a:xfrm>
          <a:custGeom>
            <a:avLst/>
            <a:gdLst>
              <a:gd name="connsiteX0" fmla="*/ 0 w 958857"/>
              <a:gd name="connsiteY0" fmla="*/ 0 h 6858001"/>
              <a:gd name="connsiteX1" fmla="*/ 958857 w 958857"/>
              <a:gd name="connsiteY1" fmla="*/ 0 h 6858001"/>
              <a:gd name="connsiteX2" fmla="*/ 958857 w 958857"/>
              <a:gd name="connsiteY2" fmla="*/ 6858001 h 6858001"/>
              <a:gd name="connsiteX3" fmla="*/ 0 w 958857"/>
              <a:gd name="connsiteY3" fmla="*/ 6858001 h 6858001"/>
              <a:gd name="connsiteX4" fmla="*/ 0 w 958857"/>
              <a:gd name="connsiteY4" fmla="*/ 0 h 6858001"/>
              <a:gd name="connsiteX0" fmla="*/ 0 w 958857"/>
              <a:gd name="connsiteY0" fmla="*/ 0 h 6858001"/>
              <a:gd name="connsiteX1" fmla="*/ 532830 w 958857"/>
              <a:gd name="connsiteY1" fmla="*/ 10391 h 6858001"/>
              <a:gd name="connsiteX2" fmla="*/ 958857 w 958857"/>
              <a:gd name="connsiteY2" fmla="*/ 6858001 h 6858001"/>
              <a:gd name="connsiteX3" fmla="*/ 0 w 958857"/>
              <a:gd name="connsiteY3" fmla="*/ 6858001 h 6858001"/>
              <a:gd name="connsiteX4" fmla="*/ 0 w 958857"/>
              <a:gd name="connsiteY4" fmla="*/ 0 h 6858001"/>
              <a:gd name="connsiteX0" fmla="*/ 0 w 958857"/>
              <a:gd name="connsiteY0" fmla="*/ 0 h 6858001"/>
              <a:gd name="connsiteX1" fmla="*/ 532830 w 958857"/>
              <a:gd name="connsiteY1" fmla="*/ 10391 h 6858001"/>
              <a:gd name="connsiteX2" fmla="*/ 696191 w 958857"/>
              <a:gd name="connsiteY2" fmla="*/ 2410691 h 6858001"/>
              <a:gd name="connsiteX3" fmla="*/ 958857 w 958857"/>
              <a:gd name="connsiteY3" fmla="*/ 6858001 h 6858001"/>
              <a:gd name="connsiteX4" fmla="*/ 0 w 958857"/>
              <a:gd name="connsiteY4" fmla="*/ 6858001 h 6858001"/>
              <a:gd name="connsiteX5" fmla="*/ 0 w 958857"/>
              <a:gd name="connsiteY5" fmla="*/ 0 h 6858001"/>
              <a:gd name="connsiteX0" fmla="*/ 0 w 984731"/>
              <a:gd name="connsiteY0" fmla="*/ 0 h 6858001"/>
              <a:gd name="connsiteX1" fmla="*/ 532830 w 984731"/>
              <a:gd name="connsiteY1" fmla="*/ 10391 h 6858001"/>
              <a:gd name="connsiteX2" fmla="*/ 696191 w 984731"/>
              <a:gd name="connsiteY2" fmla="*/ 2410691 h 6858001"/>
              <a:gd name="connsiteX3" fmla="*/ 958857 w 984731"/>
              <a:gd name="connsiteY3" fmla="*/ 6858001 h 6858001"/>
              <a:gd name="connsiteX4" fmla="*/ 0 w 984731"/>
              <a:gd name="connsiteY4" fmla="*/ 6858001 h 6858001"/>
              <a:gd name="connsiteX5" fmla="*/ 0 w 984731"/>
              <a:gd name="connsiteY5" fmla="*/ 0 h 6858001"/>
              <a:gd name="connsiteX0" fmla="*/ 0 w 1977982"/>
              <a:gd name="connsiteY0" fmla="*/ 0 h 6858001"/>
              <a:gd name="connsiteX1" fmla="*/ 532830 w 1977982"/>
              <a:gd name="connsiteY1" fmla="*/ 10391 h 6858001"/>
              <a:gd name="connsiteX2" fmla="*/ 1974273 w 1977982"/>
              <a:gd name="connsiteY2" fmla="*/ 2223654 h 6858001"/>
              <a:gd name="connsiteX3" fmla="*/ 958857 w 1977982"/>
              <a:gd name="connsiteY3" fmla="*/ 6858001 h 6858001"/>
              <a:gd name="connsiteX4" fmla="*/ 0 w 1977982"/>
              <a:gd name="connsiteY4" fmla="*/ 6858001 h 6858001"/>
              <a:gd name="connsiteX5" fmla="*/ 0 w 1977982"/>
              <a:gd name="connsiteY5" fmla="*/ 0 h 6858001"/>
              <a:gd name="connsiteX0" fmla="*/ 0 w 1974452"/>
              <a:gd name="connsiteY0" fmla="*/ 0 h 6868392"/>
              <a:gd name="connsiteX1" fmla="*/ 532830 w 1974452"/>
              <a:gd name="connsiteY1" fmla="*/ 10391 h 6868392"/>
              <a:gd name="connsiteX2" fmla="*/ 1974273 w 1974452"/>
              <a:gd name="connsiteY2" fmla="*/ 2223654 h 6868392"/>
              <a:gd name="connsiteX3" fmla="*/ 636738 w 1974452"/>
              <a:gd name="connsiteY3" fmla="*/ 6868392 h 6868392"/>
              <a:gd name="connsiteX4" fmla="*/ 0 w 1974452"/>
              <a:gd name="connsiteY4" fmla="*/ 6858001 h 6868392"/>
              <a:gd name="connsiteX5" fmla="*/ 0 w 1974452"/>
              <a:gd name="connsiteY5" fmla="*/ 0 h 6868392"/>
              <a:gd name="connsiteX0" fmla="*/ 0 w 1976024"/>
              <a:gd name="connsiteY0" fmla="*/ 0 h 6868392"/>
              <a:gd name="connsiteX1" fmla="*/ 304230 w 1976024"/>
              <a:gd name="connsiteY1" fmla="*/ 10391 h 6868392"/>
              <a:gd name="connsiteX2" fmla="*/ 1974273 w 1976024"/>
              <a:gd name="connsiteY2" fmla="*/ 2223654 h 6868392"/>
              <a:gd name="connsiteX3" fmla="*/ 636738 w 1976024"/>
              <a:gd name="connsiteY3" fmla="*/ 6868392 h 6868392"/>
              <a:gd name="connsiteX4" fmla="*/ 0 w 1976024"/>
              <a:gd name="connsiteY4" fmla="*/ 6858001 h 6868392"/>
              <a:gd name="connsiteX5" fmla="*/ 0 w 1976024"/>
              <a:gd name="connsiteY5" fmla="*/ 0 h 6868392"/>
              <a:gd name="connsiteX0" fmla="*/ 0 w 1976024"/>
              <a:gd name="connsiteY0" fmla="*/ 0 h 6868392"/>
              <a:gd name="connsiteX1" fmla="*/ 304230 w 1976024"/>
              <a:gd name="connsiteY1" fmla="*/ 10391 h 6868392"/>
              <a:gd name="connsiteX2" fmla="*/ 1974273 w 1976024"/>
              <a:gd name="connsiteY2" fmla="*/ 2223654 h 6868392"/>
              <a:gd name="connsiteX3" fmla="*/ 636738 w 1976024"/>
              <a:gd name="connsiteY3" fmla="*/ 6868392 h 6868392"/>
              <a:gd name="connsiteX4" fmla="*/ 0 w 1976024"/>
              <a:gd name="connsiteY4" fmla="*/ 6858001 h 6868392"/>
              <a:gd name="connsiteX5" fmla="*/ 0 w 1976024"/>
              <a:gd name="connsiteY5" fmla="*/ 0 h 6868392"/>
              <a:gd name="connsiteX0" fmla="*/ 0 w 1981233"/>
              <a:gd name="connsiteY0" fmla="*/ 0 h 6868392"/>
              <a:gd name="connsiteX1" fmla="*/ 304230 w 1981233"/>
              <a:gd name="connsiteY1" fmla="*/ 10391 h 6868392"/>
              <a:gd name="connsiteX2" fmla="*/ 1974273 w 1981233"/>
              <a:gd name="connsiteY2" fmla="*/ 2223654 h 6868392"/>
              <a:gd name="connsiteX3" fmla="*/ 636738 w 1981233"/>
              <a:gd name="connsiteY3" fmla="*/ 6868392 h 6868392"/>
              <a:gd name="connsiteX4" fmla="*/ 0 w 1981233"/>
              <a:gd name="connsiteY4" fmla="*/ 6858001 h 6868392"/>
              <a:gd name="connsiteX5" fmla="*/ 0 w 1981233"/>
              <a:gd name="connsiteY5" fmla="*/ 0 h 6868392"/>
              <a:gd name="connsiteX0" fmla="*/ 0 w 1981233"/>
              <a:gd name="connsiteY0" fmla="*/ 0 h 6868392"/>
              <a:gd name="connsiteX1" fmla="*/ 304230 w 1981233"/>
              <a:gd name="connsiteY1" fmla="*/ 10391 h 6868392"/>
              <a:gd name="connsiteX2" fmla="*/ 1974273 w 1981233"/>
              <a:gd name="connsiteY2" fmla="*/ 2223654 h 6868392"/>
              <a:gd name="connsiteX3" fmla="*/ 636738 w 1981233"/>
              <a:gd name="connsiteY3" fmla="*/ 6868392 h 6868392"/>
              <a:gd name="connsiteX4" fmla="*/ 0 w 1981233"/>
              <a:gd name="connsiteY4" fmla="*/ 6858001 h 6868392"/>
              <a:gd name="connsiteX5" fmla="*/ 0 w 1981233"/>
              <a:gd name="connsiteY5" fmla="*/ 0 h 6868392"/>
              <a:gd name="connsiteX0" fmla="*/ 0 w 1975844"/>
              <a:gd name="connsiteY0" fmla="*/ 0 h 6868392"/>
              <a:gd name="connsiteX1" fmla="*/ 336888 w 1975844"/>
              <a:gd name="connsiteY1" fmla="*/ 0 h 6868392"/>
              <a:gd name="connsiteX2" fmla="*/ 1974273 w 1975844"/>
              <a:gd name="connsiteY2" fmla="*/ 2223654 h 6868392"/>
              <a:gd name="connsiteX3" fmla="*/ 636738 w 1975844"/>
              <a:gd name="connsiteY3" fmla="*/ 6868392 h 6868392"/>
              <a:gd name="connsiteX4" fmla="*/ 0 w 1975844"/>
              <a:gd name="connsiteY4" fmla="*/ 6858001 h 6868392"/>
              <a:gd name="connsiteX5" fmla="*/ 0 w 1975844"/>
              <a:gd name="connsiteY5" fmla="*/ 0 h 6868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75844" h="6868392">
                <a:moveTo>
                  <a:pt x="0" y="0"/>
                </a:moveTo>
                <a:lnTo>
                  <a:pt x="336888" y="0"/>
                </a:lnTo>
                <a:cubicBezTo>
                  <a:pt x="629566" y="308264"/>
                  <a:pt x="1924298" y="1078922"/>
                  <a:pt x="1974273" y="2223654"/>
                </a:cubicBezTo>
                <a:cubicBezTo>
                  <a:pt x="2024248" y="3368386"/>
                  <a:pt x="867070" y="6116783"/>
                  <a:pt x="636738" y="6868392"/>
                </a:cubicBezTo>
                <a:lnTo>
                  <a:pt x="0" y="6858001"/>
                </a:ln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Placeholder 1"/>
          <p:cNvSpPr>
            <a:spLocks noGrp="1"/>
          </p:cNvSpPr>
          <p:nvPr>
            <p:ph type="title"/>
          </p:nvPr>
        </p:nvSpPr>
        <p:spPr>
          <a:xfrm>
            <a:off x="739145" y="296860"/>
            <a:ext cx="10614655" cy="779462"/>
          </a:xfrm>
          <a:prstGeom prst="rect">
            <a:avLst/>
          </a:prstGeom>
        </p:spPr>
        <p:txBody>
          <a:bodyPr vert="horz" lIns="91440" tIns="45720" rIns="91440" bIns="45720" rtlCol="0" anchor="ctr">
            <a:normAutofit/>
          </a:bodyPr>
          <a:lstStyle/>
          <a:p>
            <a:r>
              <a:rPr lang="en-US"/>
              <a:t>Click to edit Master title style</a:t>
            </a:r>
          </a:p>
        </p:txBody>
      </p:sp>
      <p:sp>
        <p:nvSpPr>
          <p:cNvPr id="10" name="Text Placeholder 2"/>
          <p:cNvSpPr>
            <a:spLocks noGrp="1"/>
          </p:cNvSpPr>
          <p:nvPr>
            <p:ph type="body" idx="1"/>
          </p:nvPr>
        </p:nvSpPr>
        <p:spPr>
          <a:xfrm>
            <a:off x="737755" y="1530985"/>
            <a:ext cx="10576435" cy="4688839"/>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3"/>
          <p:cNvSpPr>
            <a:spLocks noGrp="1"/>
          </p:cNvSpPr>
          <p:nvPr>
            <p:ph type="dt" sz="half" idx="2"/>
          </p:nvPr>
        </p:nvSpPr>
        <p:spPr>
          <a:xfrm>
            <a:off x="737755" y="6356350"/>
            <a:ext cx="1640045" cy="365125"/>
          </a:xfrm>
          <a:prstGeom prst="rect">
            <a:avLst/>
          </a:prstGeom>
        </p:spPr>
        <p:txBody>
          <a:bodyPr vert="horz" lIns="91440" tIns="45720" rIns="91440" bIns="45720" rtlCol="0" anchor="ctr"/>
          <a:lstStyle>
            <a:lvl1pPr algn="l">
              <a:defRPr sz="1200">
                <a:solidFill>
                  <a:schemeClr val="tx1"/>
                </a:solidFill>
              </a:defRPr>
            </a:lvl1pPr>
          </a:lstStyle>
          <a:p>
            <a:fld id="{845B970A-1A12-46D5-8B0E-08C81D74A2D6}" type="datetimeFigureOut">
              <a:rPr lang="en-US" smtClean="0"/>
              <a:pPr/>
              <a:t>9/16/2026</a:t>
            </a:fld>
            <a:endParaRPr lang="en-US"/>
          </a:p>
        </p:txBody>
      </p:sp>
      <p:sp>
        <p:nvSpPr>
          <p:cNvPr id="12" name="Footer Placeholder 4"/>
          <p:cNvSpPr>
            <a:spLocks noGrp="1"/>
          </p:cNvSpPr>
          <p:nvPr>
            <p:ph type="ftr" sz="quarter" idx="3"/>
          </p:nvPr>
        </p:nvSpPr>
        <p:spPr>
          <a:xfrm>
            <a:off x="2449397" y="6356350"/>
            <a:ext cx="7218962" cy="365125"/>
          </a:xfrm>
          <a:prstGeom prst="rect">
            <a:avLst/>
          </a:prstGeom>
        </p:spPr>
        <p:txBody>
          <a:bodyPr vert="horz" lIns="91440" tIns="45720" rIns="91440" bIns="45720" rtlCol="0" anchor="ctr"/>
          <a:lstStyle>
            <a:lvl1pPr algn="ctr">
              <a:defRPr sz="1200">
                <a:solidFill>
                  <a:schemeClr val="tx1"/>
                </a:solidFill>
              </a:defRPr>
            </a:lvl1pPr>
          </a:lstStyle>
          <a:p>
            <a:endParaRPr lang="en-US"/>
          </a:p>
        </p:txBody>
      </p:sp>
      <p:sp>
        <p:nvSpPr>
          <p:cNvPr id="119" name="Slide Number Placeholder 5"/>
          <p:cNvSpPr>
            <a:spLocks noGrp="1"/>
          </p:cNvSpPr>
          <p:nvPr>
            <p:ph type="sldNum" sz="quarter" idx="4"/>
          </p:nvPr>
        </p:nvSpPr>
        <p:spPr>
          <a:xfrm>
            <a:off x="11485880" y="6356350"/>
            <a:ext cx="706120" cy="365125"/>
          </a:xfrm>
          <a:prstGeom prst="rect">
            <a:avLst/>
          </a:prstGeom>
        </p:spPr>
        <p:txBody>
          <a:bodyPr/>
          <a:lstStyle>
            <a:lvl1pPr>
              <a:defRPr>
                <a:solidFill>
                  <a:schemeClr val="bg1"/>
                </a:solidFill>
              </a:defRPr>
            </a:lvl1pPr>
          </a:lstStyle>
          <a:p>
            <a:fld id="{E296E2B7-3C9A-4EA7-98A1-F88844A561CB}" type="slidenum">
              <a:rPr lang="en-US" smtClean="0"/>
              <a:pPr/>
              <a:t>‹#›</a:t>
            </a:fld>
            <a:endParaRPr lang="en-US"/>
          </a:p>
        </p:txBody>
      </p:sp>
    </p:spTree>
    <p:extLst>
      <p:ext uri="{BB962C8B-B14F-4D97-AF65-F5344CB8AC3E}">
        <p14:creationId xmlns:p14="http://schemas.microsoft.com/office/powerpoint/2010/main" val="654506329"/>
      </p:ext>
    </p:extLst>
  </p:cSld>
  <p:clrMap bg1="lt1" tx1="dk1" bg2="lt2" tx2="dk2" accent1="accent1" accent2="accent2" accent3="accent3" accent4="accent4" accent5="accent5" accent6="accent6" hlink="hlink" folHlink="folHlink"/>
  <p:sldLayoutIdLst>
    <p:sldLayoutId id="2147483680" r:id="rId1"/>
    <p:sldLayoutId id="2147483691" r:id="rId2"/>
    <p:sldLayoutId id="2147483681" r:id="rId3"/>
    <p:sldLayoutId id="2147483692" r:id="rId4"/>
    <p:sldLayoutId id="2147483693" r:id="rId5"/>
  </p:sldLayoutIdLst>
  <p:txStyles>
    <p:titleStyle>
      <a:lvl1pPr algn="l" defTabSz="914400" rtl="0" eaLnBrk="1" latinLnBrk="0" hangingPunct="1">
        <a:lnSpc>
          <a:spcPct val="90000"/>
        </a:lnSpc>
        <a:spcBef>
          <a:spcPct val="0"/>
        </a:spcBef>
        <a:buNone/>
        <a:defRPr sz="4800" b="1" kern="1200">
          <a:solidFill>
            <a:schemeClr val="accent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005E6-7D0A-1AEC-F3CA-D8674A0A6E20}"/>
              </a:ext>
            </a:extLst>
          </p:cNvPr>
          <p:cNvSpPr>
            <a:spLocks noGrp="1"/>
          </p:cNvSpPr>
          <p:nvPr>
            <p:ph type="ctrTitle"/>
          </p:nvPr>
        </p:nvSpPr>
        <p:spPr>
          <a:xfrm>
            <a:off x="508000" y="2032000"/>
            <a:ext cx="11176000" cy="2387600"/>
          </a:xfrm>
        </p:spPr>
        <p:txBody>
          <a:bodyPr>
            <a:normAutofit/>
          </a:bodyPr>
          <a:lstStyle/>
          <a:p>
            <a:r>
              <a:rPr lang="vi-VN" sz="2500">
                <a:solidFill>
                  <a:srgbClr val="FFFFFF"/>
                </a:solidFill>
                <a:latin typeface="Segoe UI" panose="020B0502040204020203" pitchFamily="34" charset="0"/>
              </a:rPr>
              <a:t>BÁO CÁO NGHIÊN CỨU</a:t>
            </a:r>
            <a:br>
              <a:rPr lang="vi-VN" sz="2500">
                <a:solidFill>
                  <a:srgbClr val="FFFFFF"/>
                </a:solidFill>
                <a:latin typeface="Segoe UI" panose="020B0502040204020203" pitchFamily="34" charset="0"/>
              </a:rPr>
            </a:br>
            <a:r>
              <a:rPr lang="vi-VN" sz="2500">
                <a:solidFill>
                  <a:srgbClr val="FFFFFF"/>
                </a:solidFill>
                <a:latin typeface="Segoe UI" panose="020B0502040204020203" pitchFamily="34" charset="0"/>
              </a:rPr>
              <a:t>ỨNG DỤNG TRÍ TUỆ NHÂN TẠO VÀ MÔ HÌNH HỆ THỐNG THÔNG TIN MỘT CỬA TRONG HÀNH CHÍNH NHÀ NƯỚC</a:t>
            </a:r>
            <a:endParaRPr lang="en-US" sz="2500">
              <a:solidFill>
                <a:srgbClr val="FFFFFF"/>
              </a:solidFill>
              <a:latin typeface="Segoe UI" panose="020B0502040204020203" pitchFamily="34" charset="0"/>
            </a:endParaRPr>
          </a:p>
        </p:txBody>
      </p:sp>
    </p:spTree>
    <p:extLst>
      <p:ext uri="{BB962C8B-B14F-4D97-AF65-F5344CB8AC3E}">
        <p14:creationId xmlns:p14="http://schemas.microsoft.com/office/powerpoint/2010/main" val="11362322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297EC-7C37-8E8E-D925-D31A69998D75}"/>
              </a:ext>
            </a:extLst>
          </p:cNvPr>
          <p:cNvSpPr>
            <a:spLocks noGrp="1"/>
          </p:cNvSpPr>
          <p:nvPr>
            <p:ph type="ctrTitle"/>
          </p:nvPr>
        </p:nvSpPr>
        <p:spPr>
          <a:xfrm>
            <a:off x="444500" y="1397000"/>
            <a:ext cx="6096000" cy="909011"/>
          </a:xfrm>
        </p:spPr>
        <p:txBody>
          <a:bodyPr>
            <a:normAutofit/>
          </a:bodyPr>
          <a:lstStyle/>
          <a:p>
            <a:r>
              <a:rPr lang="en-US" sz="3400">
                <a:solidFill>
                  <a:srgbClr val="FFFFFF"/>
                </a:solidFill>
                <a:latin typeface="Segoe UI" panose="020B0502040204020203" pitchFamily="34" charset="0"/>
              </a:rPr>
              <a:t>CẤU TRÚC BÁO CÁO</a:t>
            </a:r>
          </a:p>
        </p:txBody>
      </p:sp>
      <p:sp>
        <p:nvSpPr>
          <p:cNvPr id="3" name="Content Placeholder 2">
            <a:extLst>
              <a:ext uri="{FF2B5EF4-FFF2-40B4-BE49-F238E27FC236}">
                <a16:creationId xmlns:a16="http://schemas.microsoft.com/office/drawing/2014/main" id="{EA761A7E-515D-100A-3A1A-21BC85DA59E1}"/>
              </a:ext>
            </a:extLst>
          </p:cNvPr>
          <p:cNvSpPr>
            <a:spLocks noGrp="1"/>
          </p:cNvSpPr>
          <p:nvPr>
            <p:ph sz="quarter" idx="10"/>
          </p:nvPr>
        </p:nvSpPr>
        <p:spPr>
          <a:xfrm>
            <a:off x="444500" y="2286000"/>
            <a:ext cx="6096000" cy="3810000"/>
          </a:xfrm>
        </p:spPr>
        <p:txBody>
          <a:bodyPr>
            <a:normAutofit/>
          </a:bodyPr>
          <a:lstStyle/>
          <a:p>
            <a:r>
              <a:rPr lang="vi-VN" sz="1600" dirty="0">
                <a:solidFill>
                  <a:srgbClr val="FFFFFF"/>
                </a:solidFill>
                <a:latin typeface="Segoe UI" panose="020B0502040204020203" pitchFamily="34" charset="0"/>
              </a:rPr>
              <a:t>PHẦN I: Ứng dụng thực tiễn của Trí tuệ nhân tạo trong Quản lý Hành chính công (4 bài toán nghiệp vụ cốt lõi)</a:t>
            </a:r>
          </a:p>
          <a:p>
            <a:endParaRPr lang="vi-VN" sz="1600" dirty="0">
              <a:solidFill>
                <a:srgbClr val="FFFFFF"/>
              </a:solidFill>
              <a:latin typeface="Segoe UI" panose="020B0502040204020203" pitchFamily="34" charset="0"/>
            </a:endParaRPr>
          </a:p>
          <a:p>
            <a:r>
              <a:rPr lang="vi-VN" sz="1600" dirty="0">
                <a:solidFill>
                  <a:srgbClr val="FFFFFF"/>
                </a:solidFill>
                <a:latin typeface="Segoe UI" panose="020B0502040204020203" pitchFamily="34" charset="0"/>
              </a:rPr>
              <a:t>PHẦN II: Mô hình Hệ thống thông tin giải quyết Thủ tục hành chính Một cửa (Kiến trúc 3 tầng &amp; Chu trình 5 bước)</a:t>
            </a:r>
          </a:p>
          <a:p>
            <a:endParaRPr lang="vi-VN" sz="1600" dirty="0">
              <a:solidFill>
                <a:srgbClr val="FFFFFF"/>
              </a:solidFill>
              <a:latin typeface="Segoe UI" panose="020B0502040204020203" pitchFamily="34" charset="0"/>
            </a:endParaRPr>
          </a:p>
          <a:p>
            <a:r>
              <a:rPr lang="vi-VN" sz="1600" dirty="0">
                <a:solidFill>
                  <a:srgbClr val="FFFFFF"/>
                </a:solidFill>
                <a:latin typeface="Segoe UI" panose="020B0502040204020203" pitchFamily="34" charset="0"/>
              </a:rPr>
              <a:t>PHẦN III: Phân loại các mức độ Dịch vụ công trực tuyến theo Nghị định số 42/2022/NĐ-CP (Một phần vs Toàn trình)</a:t>
            </a:r>
          </a:p>
          <a:p>
            <a:endParaRPr lang="vi-VN" sz="1600" dirty="0">
              <a:solidFill>
                <a:srgbClr val="FFFFFF"/>
              </a:solidFill>
              <a:latin typeface="Segoe UI" panose="020B0502040204020203" pitchFamily="34" charset="0"/>
            </a:endParaRPr>
          </a:p>
          <a:p>
            <a:r>
              <a:rPr lang="vi-VN" sz="1600" dirty="0">
                <a:solidFill>
                  <a:srgbClr val="FFFFFF"/>
                </a:solidFill>
                <a:latin typeface="Segoe UI" panose="020B0502040204020203" pitchFamily="34" charset="0"/>
              </a:rPr>
              <a:t>TỔNG KẾT: Định hướng chuyển đổi số &amp; hiện đại hóa nền hành chính phục vụ</a:t>
            </a:r>
            <a:endParaRPr lang="en-US" sz="1600" dirty="0">
              <a:solidFill>
                <a:srgbClr val="FFFFFF"/>
              </a:solidFill>
              <a:latin typeface="Segoe UI" panose="020B0502040204020203" pitchFamily="34" charset="0"/>
            </a:endParaRPr>
          </a:p>
        </p:txBody>
      </p:sp>
    </p:spTree>
    <p:extLst>
      <p:ext uri="{BB962C8B-B14F-4D97-AF65-F5344CB8AC3E}">
        <p14:creationId xmlns:p14="http://schemas.microsoft.com/office/powerpoint/2010/main" val="40507017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09529-D9BF-3CC1-881F-69EED1CF1DEC}"/>
              </a:ext>
            </a:extLst>
          </p:cNvPr>
          <p:cNvSpPr>
            <a:spLocks noGrp="1"/>
          </p:cNvSpPr>
          <p:nvPr>
            <p:ph type="ctrTitle"/>
          </p:nvPr>
        </p:nvSpPr>
        <p:spPr>
          <a:xfrm>
            <a:off x="508000" y="1196181"/>
            <a:ext cx="10922000" cy="2387600"/>
          </a:xfrm>
        </p:spPr>
        <p:txBody>
          <a:bodyPr>
            <a:normAutofit/>
          </a:bodyPr>
          <a:lstStyle/>
          <a:p>
            <a:r>
              <a:rPr lang="en-US" sz="2800" dirty="0">
                <a:solidFill>
                  <a:srgbClr val="FFFFFF"/>
                </a:solidFill>
                <a:latin typeface="Segoe UI" panose="020B0502040204020203" pitchFamily="34" charset="0"/>
              </a:rPr>
              <a:t>PHẦN I</a:t>
            </a:r>
            <a:br>
              <a:rPr lang="en-US" sz="2800" dirty="0">
                <a:solidFill>
                  <a:srgbClr val="FFFFFF"/>
                </a:solidFill>
                <a:latin typeface="Segoe UI" panose="020B0502040204020203" pitchFamily="34" charset="0"/>
              </a:rPr>
            </a:br>
            <a:r>
              <a:rPr lang="en-US" sz="2800" dirty="0">
                <a:solidFill>
                  <a:srgbClr val="FFFFFF"/>
                </a:solidFill>
                <a:latin typeface="Segoe UI" panose="020B0502040204020203" pitchFamily="34" charset="0"/>
              </a:rPr>
              <a:t>ỨNG DỤNG TRÍ TUỆ NHÂN TẠO (AI)</a:t>
            </a:r>
            <a:br>
              <a:rPr lang="en-US" sz="2800" dirty="0">
                <a:solidFill>
                  <a:srgbClr val="FFFFFF"/>
                </a:solidFill>
                <a:latin typeface="Segoe UI" panose="020B0502040204020203" pitchFamily="34" charset="0"/>
              </a:rPr>
            </a:br>
            <a:r>
              <a:rPr lang="en-US" sz="2800" dirty="0">
                <a:solidFill>
                  <a:srgbClr val="FFFFFF"/>
                </a:solidFill>
                <a:latin typeface="Segoe UI" panose="020B0502040204020203" pitchFamily="34" charset="0"/>
              </a:rPr>
              <a:t>TRONG QUẢN LÝ HÀNH CHÍNH CÔNG</a:t>
            </a:r>
          </a:p>
        </p:txBody>
      </p:sp>
      <p:sp>
        <p:nvSpPr>
          <p:cNvPr id="4" name="Rectangle: Rounded Corners 3">
            <a:extLst>
              <a:ext uri="{FF2B5EF4-FFF2-40B4-BE49-F238E27FC236}">
                <a16:creationId xmlns:a16="http://schemas.microsoft.com/office/drawing/2014/main" id="{A845B6B8-6AD5-4618-9DE0-AD6AD1D21839}"/>
              </a:ext>
            </a:extLst>
          </p:cNvPr>
          <p:cNvSpPr/>
          <p:nvPr/>
        </p:nvSpPr>
        <p:spPr>
          <a:xfrm>
            <a:off x="2667000" y="3660299"/>
            <a:ext cx="6604000" cy="431800"/>
          </a:xfrm>
          <a:prstGeom prst="roundRect">
            <a:avLst/>
          </a:prstGeom>
          <a:solidFill>
            <a:srgbClr val="ED1C2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050" b="1" dirty="0">
                <a:solidFill>
                  <a:srgbClr val="FFFFFF"/>
                </a:solidFill>
                <a:latin typeface="Segoe UI" panose="020B0502040204020203" pitchFamily="34" charset="0"/>
              </a:rPr>
              <a:t>TẬP TRUNG TỰ ĐỘNG HÓA NGHIỆP VỤ &amp; QUẢN TRỊ RỦI RO (LOẠI TRỪ CHATBOT THÔNG THƯỜNG)</a:t>
            </a:r>
            <a:endParaRPr lang="en-US" sz="1050" b="1" dirty="0">
              <a:solidFill>
                <a:srgbClr val="FFFFFF"/>
              </a:solidFill>
              <a:latin typeface="Segoe UI" panose="020B0502040204020203" pitchFamily="34" charset="0"/>
            </a:endParaRPr>
          </a:p>
        </p:txBody>
      </p:sp>
    </p:spTree>
    <p:extLst>
      <p:ext uri="{BB962C8B-B14F-4D97-AF65-F5344CB8AC3E}">
        <p14:creationId xmlns:p14="http://schemas.microsoft.com/office/powerpoint/2010/main" val="18681216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662E8-97B5-9F0A-A514-B83E6A438936}"/>
              </a:ext>
            </a:extLst>
          </p:cNvPr>
          <p:cNvSpPr>
            <a:spLocks noGrp="1"/>
          </p:cNvSpPr>
          <p:nvPr>
            <p:ph type="title"/>
          </p:nvPr>
        </p:nvSpPr>
        <p:spPr>
          <a:xfrm>
            <a:off x="444500" y="304800"/>
            <a:ext cx="10160000" cy="711200"/>
          </a:xfrm>
        </p:spPr>
        <p:txBody>
          <a:bodyPr>
            <a:normAutofit/>
          </a:bodyPr>
          <a:lstStyle/>
          <a:p>
            <a:r>
              <a:rPr lang="vi-VN" sz="2100">
                <a:solidFill>
                  <a:srgbClr val="2C2B7C"/>
                </a:solidFill>
                <a:latin typeface="Segoe UI" panose="020B0502040204020203" pitchFamily="34" charset="0"/>
              </a:rPr>
              <a:t>ĐỊNH HƯỚNG ỨNG DỤNG AI TRONG QUẢN LÝ HÀNH CHÍNH CÔNG</a:t>
            </a:r>
            <a:endParaRPr lang="en-US" sz="2100">
              <a:solidFill>
                <a:srgbClr val="2C2B7C"/>
              </a:solidFill>
              <a:latin typeface="Segoe UI" panose="020B0502040204020203" pitchFamily="34" charset="0"/>
            </a:endParaRPr>
          </a:p>
        </p:txBody>
      </p:sp>
      <p:sp>
        <p:nvSpPr>
          <p:cNvPr id="3" name="Rectangle: Rounded Corners 2">
            <a:extLst>
              <a:ext uri="{FF2B5EF4-FFF2-40B4-BE49-F238E27FC236}">
                <a16:creationId xmlns:a16="http://schemas.microsoft.com/office/drawing/2014/main" id="{7E2B94C7-630C-C2B5-18C3-412BB27965F7}"/>
              </a:ext>
            </a:extLst>
          </p:cNvPr>
          <p:cNvSpPr/>
          <p:nvPr/>
        </p:nvSpPr>
        <p:spPr>
          <a:xfrm>
            <a:off x="571500" y="1397000"/>
            <a:ext cx="10160000" cy="660400"/>
          </a:xfrm>
          <a:prstGeom prst="roundRect">
            <a:avLst/>
          </a:prstGeom>
          <a:solidFill>
            <a:srgbClr val="ECEEF4"/>
          </a:solidFill>
          <a:ln w="12700">
            <a:solidFill>
              <a:srgbClr val="2C2B7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050" b="1">
                <a:solidFill>
                  <a:srgbClr val="2C2B7C"/>
                </a:solidFill>
                <a:latin typeface="Segoe UI" panose="020B0502040204020203" pitchFamily="34" charset="0"/>
              </a:rPr>
              <a:t>Quan điểm chiến lược: Giá trị cốt lõi của AI trong quản lý nhà nước không phải là các công cụ hỏi đáp tiếp dân thông thường, mà là năng lực TỰ ĐỘNG HÓA QUY TRÌNH NGHIỆP VỤ, GIÁM SÁT TRẬT TỰ XÃ HỘI VÀ DỰ BÁO RỦI RO DỰA TRÊN DỮ LIỆU LỚN.</a:t>
            </a:r>
            <a:endParaRPr lang="en-US" sz="1050" b="1">
              <a:solidFill>
                <a:srgbClr val="2C2B7C"/>
              </a:solidFill>
              <a:latin typeface="Segoe UI" panose="020B0502040204020203" pitchFamily="34" charset="0"/>
            </a:endParaRPr>
          </a:p>
        </p:txBody>
      </p:sp>
      <p:sp>
        <p:nvSpPr>
          <p:cNvPr id="4" name="Rectangle: Rounded Corners 3">
            <a:extLst>
              <a:ext uri="{FF2B5EF4-FFF2-40B4-BE49-F238E27FC236}">
                <a16:creationId xmlns:a16="http://schemas.microsoft.com/office/drawing/2014/main" id="{50367A5C-E21F-3594-7716-15A5710201D1}"/>
              </a:ext>
            </a:extLst>
          </p:cNvPr>
          <p:cNvSpPr/>
          <p:nvPr/>
        </p:nvSpPr>
        <p:spPr>
          <a:xfrm>
            <a:off x="571500" y="2222500"/>
            <a:ext cx="3238500" cy="431800"/>
          </a:xfrm>
          <a:prstGeom prst="roundRect">
            <a:avLst/>
          </a:prstGeom>
          <a:solidFill>
            <a:srgbClr val="2C2B7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a:solidFill>
                  <a:srgbClr val="FFFFFF"/>
                </a:solidFill>
                <a:latin typeface="Segoe UI" panose="020B0502040204020203" pitchFamily="34" charset="0"/>
              </a:rPr>
              <a:t>1. TỰ ĐỘNG HÓA NGHIỆP VỤ</a:t>
            </a:r>
          </a:p>
        </p:txBody>
      </p:sp>
      <p:sp>
        <p:nvSpPr>
          <p:cNvPr id="5" name="TextBox 4">
            <a:extLst>
              <a:ext uri="{FF2B5EF4-FFF2-40B4-BE49-F238E27FC236}">
                <a16:creationId xmlns:a16="http://schemas.microsoft.com/office/drawing/2014/main" id="{9AB0EDCB-8C12-D423-9EF3-8DFA15251880}"/>
              </a:ext>
            </a:extLst>
          </p:cNvPr>
          <p:cNvSpPr txBox="1"/>
          <p:nvPr/>
        </p:nvSpPr>
        <p:spPr>
          <a:xfrm>
            <a:off x="571500" y="2781300"/>
            <a:ext cx="3238500" cy="1384995"/>
          </a:xfrm>
          <a:prstGeom prst="rect">
            <a:avLst/>
          </a:prstGeom>
          <a:noFill/>
        </p:spPr>
        <p:txBody>
          <a:bodyPr vert="horz" wrap="square" rtlCol="0">
            <a:spAutoFit/>
          </a:bodyPr>
          <a:lstStyle/>
          <a:p>
            <a:r>
              <a:rPr lang="vi-VN" sz="1050">
                <a:solidFill>
                  <a:srgbClr val="292521"/>
                </a:solidFill>
                <a:latin typeface="Segoe UI" panose="020B0502040204020203" pitchFamily="34" charset="0"/>
              </a:rPr>
              <a:t>• Thay thế các thao tác thủ công, lặp đi lặp lại của công chức.</a:t>
            </a:r>
          </a:p>
          <a:p>
            <a:endParaRPr lang="vi-VN" sz="1050">
              <a:solidFill>
                <a:srgbClr val="292521"/>
              </a:solidFill>
              <a:latin typeface="Segoe UI" panose="020B0502040204020203" pitchFamily="34" charset="0"/>
            </a:endParaRPr>
          </a:p>
          <a:p>
            <a:r>
              <a:rPr lang="vi-VN" sz="1050">
                <a:solidFill>
                  <a:srgbClr val="292521"/>
                </a:solidFill>
                <a:latin typeface="Segoe UI" panose="020B0502040204020203" pitchFamily="34" charset="0"/>
              </a:rPr>
              <a:t>• Rút ngắn thời gian thụ lý hồ sơ từ vài ngày xuống vài giây.</a:t>
            </a:r>
          </a:p>
          <a:p>
            <a:endParaRPr lang="vi-VN" sz="1050">
              <a:solidFill>
                <a:srgbClr val="292521"/>
              </a:solidFill>
              <a:latin typeface="Segoe UI" panose="020B0502040204020203" pitchFamily="34" charset="0"/>
            </a:endParaRPr>
          </a:p>
          <a:p>
            <a:r>
              <a:rPr lang="vi-VN" sz="1050">
                <a:solidFill>
                  <a:srgbClr val="292521"/>
                </a:solidFill>
                <a:latin typeface="Segoe UI" panose="020B0502040204020203" pitchFamily="34" charset="0"/>
              </a:rPr>
              <a:t>• Giảm áp lực biên chế, loại bỏ các sai sót cơ học trong xử lý văn bản và đối chiếu dữ liệu.</a:t>
            </a:r>
            <a:endParaRPr lang="en-US" sz="1050">
              <a:solidFill>
                <a:srgbClr val="292521"/>
              </a:solidFill>
              <a:latin typeface="Segoe UI" panose="020B0502040204020203" pitchFamily="34" charset="0"/>
            </a:endParaRPr>
          </a:p>
        </p:txBody>
      </p:sp>
      <p:sp>
        <p:nvSpPr>
          <p:cNvPr id="6" name="Rectangle: Rounded Corners 5">
            <a:extLst>
              <a:ext uri="{FF2B5EF4-FFF2-40B4-BE49-F238E27FC236}">
                <a16:creationId xmlns:a16="http://schemas.microsoft.com/office/drawing/2014/main" id="{E134A3A9-1439-417F-99A0-A9F80D4A356B}"/>
              </a:ext>
            </a:extLst>
          </p:cNvPr>
          <p:cNvSpPr/>
          <p:nvPr/>
        </p:nvSpPr>
        <p:spPr>
          <a:xfrm>
            <a:off x="4038600" y="2222500"/>
            <a:ext cx="3238500" cy="431800"/>
          </a:xfrm>
          <a:prstGeom prst="roundRect">
            <a:avLst/>
          </a:prstGeom>
          <a:solidFill>
            <a:srgbClr val="2C2B7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a:solidFill>
                  <a:srgbClr val="FFFFFF"/>
                </a:solidFill>
                <a:latin typeface="Segoe UI" panose="020B0502040204020203" pitchFamily="34" charset="0"/>
              </a:rPr>
              <a:t>2. GIÁM SÁT TRẬT TỰ XÃ HỘI</a:t>
            </a:r>
          </a:p>
        </p:txBody>
      </p:sp>
      <p:sp>
        <p:nvSpPr>
          <p:cNvPr id="7" name="TextBox 6">
            <a:extLst>
              <a:ext uri="{FF2B5EF4-FFF2-40B4-BE49-F238E27FC236}">
                <a16:creationId xmlns:a16="http://schemas.microsoft.com/office/drawing/2014/main" id="{C7DD2CF0-5B2F-66D1-C74F-43C128A43E29}"/>
              </a:ext>
            </a:extLst>
          </p:cNvPr>
          <p:cNvSpPr txBox="1"/>
          <p:nvPr/>
        </p:nvSpPr>
        <p:spPr>
          <a:xfrm>
            <a:off x="4038600" y="2781300"/>
            <a:ext cx="3238500" cy="1384995"/>
          </a:xfrm>
          <a:prstGeom prst="rect">
            <a:avLst/>
          </a:prstGeom>
          <a:noFill/>
        </p:spPr>
        <p:txBody>
          <a:bodyPr vert="horz" wrap="square" rtlCol="0">
            <a:spAutoFit/>
          </a:bodyPr>
          <a:lstStyle/>
          <a:p>
            <a:r>
              <a:rPr lang="vi-VN" sz="1050">
                <a:solidFill>
                  <a:srgbClr val="292521"/>
                </a:solidFill>
                <a:latin typeface="Segoe UI" panose="020B0502040204020203" pitchFamily="34" charset="0"/>
              </a:rPr>
              <a:t>• Giám sát liên tục 24/7 trên diện rộng thông qua thị giác máy tính và ảnh viễn thám.</a:t>
            </a:r>
          </a:p>
          <a:p>
            <a:endParaRPr lang="vi-VN" sz="1050">
              <a:solidFill>
                <a:srgbClr val="292521"/>
              </a:solidFill>
              <a:latin typeface="Segoe UI" panose="020B0502040204020203" pitchFamily="34" charset="0"/>
            </a:endParaRPr>
          </a:p>
          <a:p>
            <a:r>
              <a:rPr lang="vi-VN" sz="1050">
                <a:solidFill>
                  <a:srgbClr val="292521"/>
                </a:solidFill>
                <a:latin typeface="Segoe UI" panose="020B0502040204020203" pitchFamily="34" charset="0"/>
              </a:rPr>
              <a:t>• Phát hiện vi phạm khách quan, không phụ thuộc yếu tố chủ quan của con người.</a:t>
            </a:r>
          </a:p>
          <a:p>
            <a:endParaRPr lang="vi-VN" sz="1050">
              <a:solidFill>
                <a:srgbClr val="292521"/>
              </a:solidFill>
              <a:latin typeface="Segoe UI" panose="020B0502040204020203" pitchFamily="34" charset="0"/>
            </a:endParaRPr>
          </a:p>
          <a:p>
            <a:r>
              <a:rPr lang="vi-VN" sz="1050">
                <a:solidFill>
                  <a:srgbClr val="292521"/>
                </a:solidFill>
                <a:latin typeface="Segoe UI" panose="020B0502040204020203" pitchFamily="34" charset="0"/>
              </a:rPr>
              <a:t>• Lưu vết bằng chứng số xác thực, phục vụ xử phạt minh bạch, không thể chối cãi.</a:t>
            </a:r>
            <a:endParaRPr lang="en-US" sz="1050">
              <a:solidFill>
                <a:srgbClr val="292521"/>
              </a:solidFill>
              <a:latin typeface="Segoe UI" panose="020B0502040204020203" pitchFamily="34" charset="0"/>
            </a:endParaRPr>
          </a:p>
        </p:txBody>
      </p:sp>
      <p:sp>
        <p:nvSpPr>
          <p:cNvPr id="8" name="Rectangle: Rounded Corners 7">
            <a:extLst>
              <a:ext uri="{FF2B5EF4-FFF2-40B4-BE49-F238E27FC236}">
                <a16:creationId xmlns:a16="http://schemas.microsoft.com/office/drawing/2014/main" id="{E53B2208-FCE1-7135-6D16-4AE8E6502F96}"/>
              </a:ext>
            </a:extLst>
          </p:cNvPr>
          <p:cNvSpPr/>
          <p:nvPr/>
        </p:nvSpPr>
        <p:spPr>
          <a:xfrm>
            <a:off x="7505700" y="2222500"/>
            <a:ext cx="3238500" cy="431800"/>
          </a:xfrm>
          <a:prstGeom prst="roundRect">
            <a:avLst/>
          </a:prstGeom>
          <a:solidFill>
            <a:srgbClr val="2C2B7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a:solidFill>
                  <a:srgbClr val="FFFFFF"/>
                </a:solidFill>
                <a:latin typeface="Segoe UI" panose="020B0502040204020203" pitchFamily="34" charset="0"/>
              </a:rPr>
              <a:t>3. DỰ BÁO &amp; KIỂM SOÁT RỦI RO</a:t>
            </a:r>
          </a:p>
        </p:txBody>
      </p:sp>
      <p:sp>
        <p:nvSpPr>
          <p:cNvPr id="9" name="TextBox 8">
            <a:extLst>
              <a:ext uri="{FF2B5EF4-FFF2-40B4-BE49-F238E27FC236}">
                <a16:creationId xmlns:a16="http://schemas.microsoft.com/office/drawing/2014/main" id="{D9AA3A05-E479-C27A-91AD-74A7B1519960}"/>
              </a:ext>
            </a:extLst>
          </p:cNvPr>
          <p:cNvSpPr txBox="1"/>
          <p:nvPr/>
        </p:nvSpPr>
        <p:spPr>
          <a:xfrm>
            <a:off x="7505700" y="2781300"/>
            <a:ext cx="3238500" cy="1384995"/>
          </a:xfrm>
          <a:prstGeom prst="rect">
            <a:avLst/>
          </a:prstGeom>
          <a:noFill/>
        </p:spPr>
        <p:txBody>
          <a:bodyPr vert="horz" wrap="square" rtlCol="0">
            <a:spAutoFit/>
          </a:bodyPr>
          <a:lstStyle/>
          <a:p>
            <a:r>
              <a:rPr lang="vi-VN" sz="1050">
                <a:solidFill>
                  <a:srgbClr val="292521"/>
                </a:solidFill>
                <a:latin typeface="Segoe UI" panose="020B0502040204020203" pitchFamily="34" charset="0"/>
              </a:rPr>
              <a:t>• Khai thác và kết nối dữ liệu liên ngành (Big Data) để tìm quy luật bất thường.</a:t>
            </a:r>
          </a:p>
          <a:p>
            <a:endParaRPr lang="vi-VN" sz="1050">
              <a:solidFill>
                <a:srgbClr val="292521"/>
              </a:solidFill>
              <a:latin typeface="Segoe UI" panose="020B0502040204020203" pitchFamily="34" charset="0"/>
            </a:endParaRPr>
          </a:p>
          <a:p>
            <a:r>
              <a:rPr lang="vi-VN" sz="1050">
                <a:solidFill>
                  <a:srgbClr val="292521"/>
                </a:solidFill>
                <a:latin typeface="Segoe UI" panose="020B0502040204020203" pitchFamily="34" charset="0"/>
              </a:rPr>
              <a:t>• Chấm điểm rủi ro theo thời gian thực (hải quan, thuế, trật tự xây dựng).</a:t>
            </a:r>
          </a:p>
          <a:p>
            <a:endParaRPr lang="vi-VN" sz="1050">
              <a:solidFill>
                <a:srgbClr val="292521"/>
              </a:solidFill>
              <a:latin typeface="Segoe UI" panose="020B0502040204020203" pitchFamily="34" charset="0"/>
            </a:endParaRPr>
          </a:p>
          <a:p>
            <a:r>
              <a:rPr lang="vi-VN" sz="1050">
                <a:solidFill>
                  <a:srgbClr val="292521"/>
                </a:solidFill>
                <a:latin typeface="Segoe UI" panose="020B0502040204020203" pitchFamily="34" charset="0"/>
              </a:rPr>
              <a:t>• Ngăn chặn thất thoát ngân sách và trục lợi chính sách ngay từ sớm.</a:t>
            </a:r>
            <a:endParaRPr lang="en-US" sz="1050">
              <a:solidFill>
                <a:srgbClr val="292521"/>
              </a:solidFill>
              <a:latin typeface="Segoe UI" panose="020B0502040204020203" pitchFamily="34" charset="0"/>
            </a:endParaRPr>
          </a:p>
        </p:txBody>
      </p:sp>
    </p:spTree>
    <p:extLst>
      <p:ext uri="{BB962C8B-B14F-4D97-AF65-F5344CB8AC3E}">
        <p14:creationId xmlns:p14="http://schemas.microsoft.com/office/powerpoint/2010/main" val="25316581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5D475-3AA2-792E-BBBB-06797B782E62}"/>
              </a:ext>
            </a:extLst>
          </p:cNvPr>
          <p:cNvSpPr>
            <a:spLocks noGrp="1"/>
          </p:cNvSpPr>
          <p:nvPr>
            <p:ph type="title"/>
          </p:nvPr>
        </p:nvSpPr>
        <p:spPr>
          <a:xfrm>
            <a:off x="444500" y="304800"/>
            <a:ext cx="10160000" cy="711200"/>
          </a:xfrm>
        </p:spPr>
        <p:txBody>
          <a:bodyPr>
            <a:normAutofit/>
          </a:bodyPr>
          <a:lstStyle/>
          <a:p>
            <a:r>
              <a:rPr lang="vi-VN" sz="2100">
                <a:solidFill>
                  <a:srgbClr val="2C2B7C"/>
                </a:solidFill>
                <a:latin typeface="Segoe UI" panose="020B0502040204020203" pitchFamily="34" charset="0"/>
              </a:rPr>
              <a:t>BÀI TOÁN 1: GIÁM SÁT GIAO THÔNG &amp; LẬP HỒ SƠ XỬ PHẠT TỰ ĐỘNG</a:t>
            </a:r>
            <a:endParaRPr lang="en-US" sz="2100">
              <a:solidFill>
                <a:srgbClr val="2C2B7C"/>
              </a:solidFill>
              <a:latin typeface="Segoe UI" panose="020B0502040204020203" pitchFamily="34" charset="0"/>
            </a:endParaRPr>
          </a:p>
        </p:txBody>
      </p:sp>
      <p:sp>
        <p:nvSpPr>
          <p:cNvPr id="3" name="Rectangle: Rounded Corners 2">
            <a:extLst>
              <a:ext uri="{FF2B5EF4-FFF2-40B4-BE49-F238E27FC236}">
                <a16:creationId xmlns:a16="http://schemas.microsoft.com/office/drawing/2014/main" id="{ACB51287-B6AA-FA6D-D28F-ADD41A775B26}"/>
              </a:ext>
            </a:extLst>
          </p:cNvPr>
          <p:cNvSpPr/>
          <p:nvPr/>
        </p:nvSpPr>
        <p:spPr>
          <a:xfrm>
            <a:off x="571500" y="1397000"/>
            <a:ext cx="5461000" cy="330200"/>
          </a:xfrm>
          <a:prstGeom prst="roundRect">
            <a:avLst/>
          </a:prstGeom>
          <a:solidFill>
            <a:srgbClr val="ED1C2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950" b="1">
                <a:solidFill>
                  <a:srgbClr val="FFFFFF"/>
                </a:solidFill>
                <a:latin typeface="Segoe UI" panose="020B0502040204020203" pitchFamily="34" charset="0"/>
              </a:rPr>
              <a:t>CƠ QUAN ÁP DỤNG: CẢNH SÁT GIAO THÔNG (ĐÔ THỊ VÀ CAO TỐC)</a:t>
            </a:r>
            <a:endParaRPr lang="en-US" sz="950" b="1">
              <a:solidFill>
                <a:srgbClr val="FFFFFF"/>
              </a:solidFill>
              <a:latin typeface="Segoe UI" panose="020B0502040204020203" pitchFamily="34" charset="0"/>
            </a:endParaRPr>
          </a:p>
        </p:txBody>
      </p:sp>
      <p:sp>
        <p:nvSpPr>
          <p:cNvPr id="4" name="Rectangle: Rounded Corners 3">
            <a:extLst>
              <a:ext uri="{FF2B5EF4-FFF2-40B4-BE49-F238E27FC236}">
                <a16:creationId xmlns:a16="http://schemas.microsoft.com/office/drawing/2014/main" id="{3734E48F-A730-128A-5E74-FB499264806F}"/>
              </a:ext>
            </a:extLst>
          </p:cNvPr>
          <p:cNvSpPr/>
          <p:nvPr/>
        </p:nvSpPr>
        <p:spPr>
          <a:xfrm>
            <a:off x="571500" y="1854200"/>
            <a:ext cx="2794000" cy="355600"/>
          </a:xfrm>
          <a:prstGeom prst="roundRect">
            <a:avLst/>
          </a:prstGeom>
          <a:solidFill>
            <a:srgbClr val="2C2B7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a:solidFill>
                  <a:srgbClr val="FFFFFF"/>
                </a:solidFill>
                <a:latin typeface="Segoe UI" panose="020B0502040204020203" pitchFamily="34" charset="0"/>
              </a:rPr>
              <a:t>CÔNG NGHỆ ỨNG DỤNG</a:t>
            </a:r>
          </a:p>
        </p:txBody>
      </p:sp>
      <p:sp>
        <p:nvSpPr>
          <p:cNvPr id="5" name="TextBox 4">
            <a:extLst>
              <a:ext uri="{FF2B5EF4-FFF2-40B4-BE49-F238E27FC236}">
                <a16:creationId xmlns:a16="http://schemas.microsoft.com/office/drawing/2014/main" id="{F712B4C1-ECED-8768-C23F-81403CD8A458}"/>
              </a:ext>
            </a:extLst>
          </p:cNvPr>
          <p:cNvSpPr txBox="1"/>
          <p:nvPr/>
        </p:nvSpPr>
        <p:spPr>
          <a:xfrm>
            <a:off x="571500" y="2311400"/>
            <a:ext cx="4762500" cy="1546577"/>
          </a:xfrm>
          <a:prstGeom prst="rect">
            <a:avLst/>
          </a:prstGeom>
          <a:noFill/>
        </p:spPr>
        <p:txBody>
          <a:bodyPr vert="horz" wrap="square" rtlCol="0">
            <a:spAutoFit/>
          </a:bodyPr>
          <a:lstStyle/>
          <a:p>
            <a:r>
              <a:rPr lang="vi-VN" sz="1050">
                <a:solidFill>
                  <a:srgbClr val="292521"/>
                </a:solidFill>
                <a:latin typeface="Segoe UI" panose="020B0502040204020203" pitchFamily="34" charset="0"/>
              </a:rPr>
              <a:t>[1] Computer Vision (Thị giác máy tính):</a:t>
            </a:r>
          </a:p>
          <a:p>
            <a:r>
              <a:rPr lang="vi-VN" sz="1050">
                <a:solidFill>
                  <a:srgbClr val="292521"/>
                </a:solidFill>
                <a:latin typeface="Segoe UI" panose="020B0502040204020203" pitchFamily="34" charset="0"/>
              </a:rPr>
              <a:t>• 'Đôi mắt thông minh' tự động phân tích luồng video camera giám sát 24/7.</a:t>
            </a:r>
          </a:p>
          <a:p>
            <a:r>
              <a:rPr lang="vi-VN" sz="1050">
                <a:solidFill>
                  <a:srgbClr val="292521"/>
                </a:solidFill>
                <a:latin typeface="Segoe UI" panose="020B0502040204020203" pitchFamily="34" charset="0"/>
              </a:rPr>
              <a:t>• Tự nhận diện hành vi sai phạm: vượt đèn đỏ, đi sai làn đường, lấn vạch, chạy quá tốc độ mà không cần cán bộ trực màn hình.</a:t>
            </a:r>
          </a:p>
          <a:p>
            <a:endParaRPr lang="vi-VN" sz="1050">
              <a:solidFill>
                <a:srgbClr val="292521"/>
              </a:solidFill>
              <a:latin typeface="Segoe UI" panose="020B0502040204020203" pitchFamily="34" charset="0"/>
            </a:endParaRPr>
          </a:p>
          <a:p>
            <a:r>
              <a:rPr lang="vi-VN" sz="1050">
                <a:solidFill>
                  <a:srgbClr val="292521"/>
                </a:solidFill>
                <a:latin typeface="Segoe UI" panose="020B0502040204020203" pitchFamily="34" charset="0"/>
              </a:rPr>
              <a:t>[2] ANPR (Nhận dạng biển số tự động):</a:t>
            </a:r>
          </a:p>
          <a:p>
            <a:r>
              <a:rPr lang="vi-VN" sz="1050">
                <a:solidFill>
                  <a:srgbClr val="292521"/>
                </a:solidFill>
                <a:latin typeface="Segoe UI" panose="020B0502040204020203" pitchFamily="34" charset="0"/>
              </a:rPr>
              <a:t>• Automatic Number Plate Recognition.</a:t>
            </a:r>
          </a:p>
          <a:p>
            <a:r>
              <a:rPr lang="vi-VN" sz="1050">
                <a:solidFill>
                  <a:srgbClr val="292521"/>
                </a:solidFill>
                <a:latin typeface="Segoe UI" panose="020B0502040204020203" pitchFamily="34" charset="0"/>
              </a:rPr>
              <a:t>• Tự động khoanh vùng biển số, bóc tách chính xác các ký tự chữ và số thành dữ liệu văn bản để máy tính xử lý tức thời.</a:t>
            </a:r>
            <a:endParaRPr lang="en-US" sz="1050">
              <a:solidFill>
                <a:srgbClr val="292521"/>
              </a:solidFill>
              <a:latin typeface="Segoe UI" panose="020B0502040204020203" pitchFamily="34" charset="0"/>
            </a:endParaRPr>
          </a:p>
        </p:txBody>
      </p:sp>
      <p:sp>
        <p:nvSpPr>
          <p:cNvPr id="6" name="Rectangle: Rounded Corners 5">
            <a:extLst>
              <a:ext uri="{FF2B5EF4-FFF2-40B4-BE49-F238E27FC236}">
                <a16:creationId xmlns:a16="http://schemas.microsoft.com/office/drawing/2014/main" id="{C5B9DC18-20B0-F92A-56D7-26D4CDE2C1FE}"/>
              </a:ext>
            </a:extLst>
          </p:cNvPr>
          <p:cNvSpPr/>
          <p:nvPr/>
        </p:nvSpPr>
        <p:spPr>
          <a:xfrm>
            <a:off x="5651500" y="1854200"/>
            <a:ext cx="3175000" cy="355600"/>
          </a:xfrm>
          <a:prstGeom prst="roundRect">
            <a:avLst/>
          </a:prstGeom>
          <a:solidFill>
            <a:srgbClr val="2C2B7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a:solidFill>
                  <a:srgbClr val="FFFFFF"/>
                </a:solidFill>
                <a:latin typeface="Segoe UI" panose="020B0502040204020203" pitchFamily="34" charset="0"/>
              </a:rPr>
              <a:t>QUY TRÌNH VẬN HÀNH THỰC TẾ</a:t>
            </a:r>
          </a:p>
        </p:txBody>
      </p:sp>
      <p:sp>
        <p:nvSpPr>
          <p:cNvPr id="7" name="Rectangle: Rounded Corners 6">
            <a:extLst>
              <a:ext uri="{FF2B5EF4-FFF2-40B4-BE49-F238E27FC236}">
                <a16:creationId xmlns:a16="http://schemas.microsoft.com/office/drawing/2014/main" id="{599B1DD5-CA92-E95C-3B28-6C3F8C3B6FAD}"/>
              </a:ext>
            </a:extLst>
          </p:cNvPr>
          <p:cNvSpPr/>
          <p:nvPr/>
        </p:nvSpPr>
        <p:spPr>
          <a:xfrm>
            <a:off x="5651500" y="2311400"/>
            <a:ext cx="4826000" cy="889000"/>
          </a:xfrm>
          <a:prstGeom prst="roundRect">
            <a:avLst/>
          </a:prstGeom>
          <a:solidFill>
            <a:srgbClr val="ECEEF4"/>
          </a:solidFill>
          <a:ln w="12700">
            <a:solidFill>
              <a:srgbClr val="E6E2DE"/>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r>
              <a:rPr lang="vi-VN" sz="950">
                <a:solidFill>
                  <a:srgbClr val="292521"/>
                </a:solidFill>
                <a:latin typeface="Segoe UI" panose="020B0502040204020203" pitchFamily="34" charset="0"/>
              </a:rPr>
              <a:t>BƯỚC 1: PHÁT HIỆN &amp; BÓC TÁCH BẰNG CHỨNG</a:t>
            </a:r>
          </a:p>
          <a:p>
            <a:pPr algn="ctr"/>
            <a:r>
              <a:rPr lang="vi-VN" sz="950">
                <a:solidFill>
                  <a:srgbClr val="292521"/>
                </a:solidFill>
                <a:latin typeface="Segoe UI" panose="020B0502040204020203" pitchFamily="34" charset="0"/>
              </a:rPr>
              <a:t>Camera trên tuyến phát hiện vi phạm, tự động ghi lại đoạn video ngắn và chụp ảnh rõ nét thời điểm phương tiện phạm lỗi.</a:t>
            </a:r>
            <a:endParaRPr lang="en-US" sz="950">
              <a:solidFill>
                <a:srgbClr val="292521"/>
              </a:solidFill>
              <a:latin typeface="Segoe UI" panose="020B0502040204020203" pitchFamily="34" charset="0"/>
            </a:endParaRPr>
          </a:p>
        </p:txBody>
      </p:sp>
      <p:sp>
        <p:nvSpPr>
          <p:cNvPr id="8" name="Rectangle: Rounded Corners 7">
            <a:extLst>
              <a:ext uri="{FF2B5EF4-FFF2-40B4-BE49-F238E27FC236}">
                <a16:creationId xmlns:a16="http://schemas.microsoft.com/office/drawing/2014/main" id="{3FAD94B4-17A2-D6E7-471C-F45D2D3FF5D1}"/>
              </a:ext>
            </a:extLst>
          </p:cNvPr>
          <p:cNvSpPr/>
          <p:nvPr/>
        </p:nvSpPr>
        <p:spPr>
          <a:xfrm>
            <a:off x="5651500" y="3302000"/>
            <a:ext cx="4826000" cy="889000"/>
          </a:xfrm>
          <a:prstGeom prst="roundRect">
            <a:avLst/>
          </a:prstGeom>
          <a:solidFill>
            <a:srgbClr val="ECEEF4"/>
          </a:solidFill>
          <a:ln w="12700">
            <a:solidFill>
              <a:srgbClr val="E6E2DE"/>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r>
              <a:rPr lang="vi-VN" sz="950">
                <a:solidFill>
                  <a:srgbClr val="292521"/>
                </a:solidFill>
                <a:latin typeface="Segoe UI" panose="020B0502040204020203" pitchFamily="34" charset="0"/>
              </a:rPr>
              <a:t>BƯỚC 2: TRA CỨU CƠ SỞ DỮ LIỆU ĐĂNG KÝ XE</a:t>
            </a:r>
          </a:p>
          <a:p>
            <a:pPr algn="ctr"/>
            <a:r>
              <a:rPr lang="vi-VN" sz="950">
                <a:solidFill>
                  <a:srgbClr val="292521"/>
                </a:solidFill>
                <a:latin typeface="Segoe UI" panose="020B0502040204020203" pitchFamily="34" charset="0"/>
              </a:rPr>
              <a:t>Công nghệ ANPR đọc biển số -&gt; Hệ thống tự động gửi lệnh tra cứu qua API sang CSDL Đăng ký xe để truy xuất thông tin chủ sở hữu phương tiện.</a:t>
            </a:r>
            <a:endParaRPr lang="en-US" sz="950">
              <a:solidFill>
                <a:srgbClr val="292521"/>
              </a:solidFill>
              <a:latin typeface="Segoe UI" panose="020B0502040204020203" pitchFamily="34" charset="0"/>
            </a:endParaRPr>
          </a:p>
        </p:txBody>
      </p:sp>
      <p:sp>
        <p:nvSpPr>
          <p:cNvPr id="9" name="Rectangle: Rounded Corners 8">
            <a:extLst>
              <a:ext uri="{FF2B5EF4-FFF2-40B4-BE49-F238E27FC236}">
                <a16:creationId xmlns:a16="http://schemas.microsoft.com/office/drawing/2014/main" id="{486CEB28-7BD3-3C43-CB3F-B47185682CE8}"/>
              </a:ext>
            </a:extLst>
          </p:cNvPr>
          <p:cNvSpPr/>
          <p:nvPr/>
        </p:nvSpPr>
        <p:spPr>
          <a:xfrm>
            <a:off x="5651500" y="4292600"/>
            <a:ext cx="4826000" cy="889000"/>
          </a:xfrm>
          <a:prstGeom prst="roundRect">
            <a:avLst/>
          </a:prstGeom>
          <a:solidFill>
            <a:srgbClr val="ECEEF4"/>
          </a:solidFill>
          <a:ln w="12700">
            <a:solidFill>
              <a:srgbClr val="E6E2DE"/>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r>
              <a:rPr lang="vi-VN" sz="950">
                <a:solidFill>
                  <a:srgbClr val="292521"/>
                </a:solidFill>
                <a:latin typeface="Segoe UI" panose="020B0502040204020203" pitchFamily="34" charset="0"/>
              </a:rPr>
              <a:t>BƯỚC 3: TỰ ĐỘNG KHỞI TẠO HỒ SƠ PHẠT NGUỘI</a:t>
            </a:r>
          </a:p>
          <a:p>
            <a:pPr algn="ctr"/>
            <a:r>
              <a:rPr lang="vi-VN" sz="950">
                <a:solidFill>
                  <a:srgbClr val="292521"/>
                </a:solidFill>
                <a:latin typeface="Segoe UI" panose="020B0502040204020203" pitchFamily="34" charset="0"/>
              </a:rPr>
              <a:t>Phần mềm tự điền thông tin: thời gian, địa điểm, hành vi, hình ảnh đối chứng -&gt; Chuyển trạng thái chờ cán bộ có thẩm quyền phê duyệt phát hành thông báo phạt nguội.</a:t>
            </a:r>
            <a:endParaRPr lang="en-US" sz="950">
              <a:solidFill>
                <a:srgbClr val="292521"/>
              </a:solidFill>
              <a:latin typeface="Segoe UI" panose="020B0502040204020203" pitchFamily="34" charset="0"/>
            </a:endParaRPr>
          </a:p>
        </p:txBody>
      </p:sp>
    </p:spTree>
    <p:extLst>
      <p:ext uri="{BB962C8B-B14F-4D97-AF65-F5344CB8AC3E}">
        <p14:creationId xmlns:p14="http://schemas.microsoft.com/office/powerpoint/2010/main" val="5060864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CBB8C-963C-C619-00B0-B26E9F38ADD1}"/>
              </a:ext>
            </a:extLst>
          </p:cNvPr>
          <p:cNvSpPr>
            <a:spLocks noGrp="1"/>
          </p:cNvSpPr>
          <p:nvPr>
            <p:ph type="title"/>
          </p:nvPr>
        </p:nvSpPr>
        <p:spPr>
          <a:xfrm>
            <a:off x="444500" y="304800"/>
            <a:ext cx="10160000" cy="711200"/>
          </a:xfrm>
        </p:spPr>
        <p:txBody>
          <a:bodyPr>
            <a:normAutofit/>
          </a:bodyPr>
          <a:lstStyle/>
          <a:p>
            <a:r>
              <a:rPr lang="en-US" sz="2100">
                <a:solidFill>
                  <a:srgbClr val="2C2B7C"/>
                </a:solidFill>
                <a:latin typeface="Segoe UI" panose="020B0502040204020203" pitchFamily="34" charset="0"/>
              </a:rPr>
              <a:t>BÀI TOÁN 2: PHÂN LUỒNG RỦI RO TRONG QUẢN LÝ TỜ KHAI HẢI QUAN</a:t>
            </a:r>
          </a:p>
        </p:txBody>
      </p:sp>
      <p:sp>
        <p:nvSpPr>
          <p:cNvPr id="3" name="Rectangle: Rounded Corners 2">
            <a:extLst>
              <a:ext uri="{FF2B5EF4-FFF2-40B4-BE49-F238E27FC236}">
                <a16:creationId xmlns:a16="http://schemas.microsoft.com/office/drawing/2014/main" id="{2A9FD296-7C7A-6B59-5CEC-A49D2457B731}"/>
              </a:ext>
            </a:extLst>
          </p:cNvPr>
          <p:cNvSpPr/>
          <p:nvPr/>
        </p:nvSpPr>
        <p:spPr>
          <a:xfrm>
            <a:off x="571500" y="1397000"/>
            <a:ext cx="5715000" cy="330200"/>
          </a:xfrm>
          <a:prstGeom prst="roundRect">
            <a:avLst/>
          </a:prstGeom>
          <a:solidFill>
            <a:srgbClr val="ED1C2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950" b="1">
                <a:solidFill>
                  <a:srgbClr val="FFFFFF"/>
                </a:solidFill>
                <a:latin typeface="Segoe UI" panose="020B0502040204020203" pitchFamily="34" charset="0"/>
              </a:rPr>
              <a:t>CƠ QUAN ÁP DỤNG: NGÀNH HẢI QUAN (HỆ THỐNG THÔNG QUAN ĐIỆN TỬ)</a:t>
            </a:r>
            <a:endParaRPr lang="en-US" sz="950" b="1">
              <a:solidFill>
                <a:srgbClr val="FFFFFF"/>
              </a:solidFill>
              <a:latin typeface="Segoe UI" panose="020B0502040204020203" pitchFamily="34" charset="0"/>
            </a:endParaRPr>
          </a:p>
        </p:txBody>
      </p:sp>
      <p:sp>
        <p:nvSpPr>
          <p:cNvPr id="4" name="Rectangle: Rounded Corners 3">
            <a:extLst>
              <a:ext uri="{FF2B5EF4-FFF2-40B4-BE49-F238E27FC236}">
                <a16:creationId xmlns:a16="http://schemas.microsoft.com/office/drawing/2014/main" id="{93AFA55D-B524-CA79-91BA-F409252904F4}"/>
              </a:ext>
            </a:extLst>
          </p:cNvPr>
          <p:cNvSpPr/>
          <p:nvPr/>
        </p:nvSpPr>
        <p:spPr>
          <a:xfrm>
            <a:off x="571500" y="1803400"/>
            <a:ext cx="10160000" cy="685800"/>
          </a:xfrm>
          <a:prstGeom prst="roundRect">
            <a:avLst/>
          </a:prstGeom>
          <a:solidFill>
            <a:srgbClr val="ECEEF4"/>
          </a:solidFill>
          <a:ln w="12700">
            <a:solidFill>
              <a:srgbClr val="2C2B7C"/>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r>
              <a:rPr lang="vi-VN" sz="1000">
                <a:solidFill>
                  <a:srgbClr val="2C2B7C"/>
                </a:solidFill>
                <a:latin typeface="Segoe UI" panose="020B0502040204020203" pitchFamily="34" charset="0"/>
              </a:rPr>
              <a:t>CÔNG NGHỆ: Machine Learning (Học máy) kết hợp mô hình Risk Scoring (Chấm điểm rủi ro thời gian thực)</a:t>
            </a:r>
          </a:p>
          <a:p>
            <a:pPr algn="ctr"/>
            <a:r>
              <a:rPr lang="vi-VN" sz="1000">
                <a:solidFill>
                  <a:srgbClr val="2C2B7C"/>
                </a:solidFill>
                <a:latin typeface="Segoe UI" panose="020B0502040204020203" pitchFamily="34" charset="0"/>
              </a:rPr>
              <a:t>• Huấn luyện trên hàng triệu bộ dữ liệu tờ khai lịch sử để nhận diện quy luật bất thường.</a:t>
            </a:r>
          </a:p>
          <a:p>
            <a:pPr algn="ctr"/>
            <a:r>
              <a:rPr lang="vi-VN" sz="1000">
                <a:solidFill>
                  <a:srgbClr val="2C2B7C"/>
                </a:solidFill>
                <a:latin typeface="Segoe UI" panose="020B0502040204020203" pitchFamily="34" charset="0"/>
              </a:rPr>
              <a:t>• Tự động tính điểm rủi ro trong vài giây dựa trên: loại hàng hóa, xuất xứ, tuyến đường, trị giá và lịch sử tuân thủ.</a:t>
            </a:r>
            <a:endParaRPr lang="en-US" sz="1000">
              <a:solidFill>
                <a:srgbClr val="2C2B7C"/>
              </a:solidFill>
              <a:latin typeface="Segoe UI" panose="020B0502040204020203" pitchFamily="34" charset="0"/>
            </a:endParaRPr>
          </a:p>
        </p:txBody>
      </p:sp>
      <p:sp>
        <p:nvSpPr>
          <p:cNvPr id="5" name="Rectangle: Rounded Corners 4">
            <a:extLst>
              <a:ext uri="{FF2B5EF4-FFF2-40B4-BE49-F238E27FC236}">
                <a16:creationId xmlns:a16="http://schemas.microsoft.com/office/drawing/2014/main" id="{50335ACD-D00D-314E-C777-1ECE9C730AD9}"/>
              </a:ext>
            </a:extLst>
          </p:cNvPr>
          <p:cNvSpPr/>
          <p:nvPr/>
        </p:nvSpPr>
        <p:spPr>
          <a:xfrm>
            <a:off x="571500" y="2590800"/>
            <a:ext cx="3238500" cy="2222500"/>
          </a:xfrm>
          <a:prstGeom prst="roundRect">
            <a:avLst>
              <a:gd name="adj" fmla="val 5010"/>
            </a:avLst>
          </a:prstGeom>
          <a:solidFill>
            <a:srgbClr val="E9F5E8"/>
          </a:solidFill>
          <a:ln w="15240">
            <a:solidFill>
              <a:srgbClr val="84C78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67292EF6-0DBB-6CCD-D13B-499F193B6CE5}"/>
              </a:ext>
            </a:extLst>
          </p:cNvPr>
          <p:cNvSpPr/>
          <p:nvPr/>
        </p:nvSpPr>
        <p:spPr>
          <a:xfrm>
            <a:off x="698500" y="2692400"/>
            <a:ext cx="2984500" cy="330200"/>
          </a:xfrm>
          <a:prstGeom prst="roundRect">
            <a:avLst/>
          </a:prstGeom>
          <a:solidFill>
            <a:srgbClr val="327D2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solidFill>
                  <a:srgbClr val="FFFFFF"/>
                </a:solidFill>
                <a:latin typeface="Segoe UI" panose="020B0502040204020203" pitchFamily="34" charset="0"/>
              </a:rPr>
              <a:t>LUỒNG XANH (RỦI RO THẤP)</a:t>
            </a:r>
          </a:p>
        </p:txBody>
      </p:sp>
      <p:sp>
        <p:nvSpPr>
          <p:cNvPr id="7" name="TextBox 6">
            <a:extLst>
              <a:ext uri="{FF2B5EF4-FFF2-40B4-BE49-F238E27FC236}">
                <a16:creationId xmlns:a16="http://schemas.microsoft.com/office/drawing/2014/main" id="{F691DA95-B1B1-DEC1-E6DC-DA345B6374C6}"/>
              </a:ext>
            </a:extLst>
          </p:cNvPr>
          <p:cNvSpPr txBox="1"/>
          <p:nvPr/>
        </p:nvSpPr>
        <p:spPr>
          <a:xfrm>
            <a:off x="673100" y="3073400"/>
            <a:ext cx="3035300" cy="861774"/>
          </a:xfrm>
          <a:prstGeom prst="rect">
            <a:avLst/>
          </a:prstGeom>
          <a:noFill/>
        </p:spPr>
        <p:txBody>
          <a:bodyPr vert="horz" wrap="square" rtlCol="0">
            <a:spAutoFit/>
          </a:bodyPr>
          <a:lstStyle/>
          <a:p>
            <a:r>
              <a:rPr lang="en-US" sz="1000">
                <a:solidFill>
                  <a:srgbClr val="292521"/>
                </a:solidFill>
                <a:latin typeface="Segoe UI" panose="020B0502040204020203" pitchFamily="34" charset="0"/>
              </a:rPr>
              <a:t>• Tự động chấp nhận thông quan ngay trên phần mềm trong vài giây.</a:t>
            </a:r>
          </a:p>
          <a:p>
            <a:r>
              <a:rPr lang="en-US" sz="1000">
                <a:solidFill>
                  <a:srgbClr val="292521"/>
                </a:solidFill>
                <a:latin typeface="Segoe UI" panose="020B0502040204020203" pitchFamily="34" charset="0"/>
              </a:rPr>
              <a:t>• Doanh nghiệp in tờ khai và lấy hàng ngay.</a:t>
            </a:r>
          </a:p>
          <a:p>
            <a:r>
              <a:rPr lang="en-US" sz="1000">
                <a:solidFill>
                  <a:srgbClr val="292521"/>
                </a:solidFill>
                <a:latin typeface="Segoe UI" panose="020B0502040204020203" pitchFamily="34" charset="0"/>
              </a:rPr>
              <a:t>• Hoàn toàn không cần công chức hải quan can thiệp thủ công.</a:t>
            </a:r>
          </a:p>
        </p:txBody>
      </p:sp>
      <p:sp>
        <p:nvSpPr>
          <p:cNvPr id="8" name="Rectangle: Rounded Corners 7">
            <a:extLst>
              <a:ext uri="{FF2B5EF4-FFF2-40B4-BE49-F238E27FC236}">
                <a16:creationId xmlns:a16="http://schemas.microsoft.com/office/drawing/2014/main" id="{129A80CD-294E-8BAA-2D18-38481A493161}"/>
              </a:ext>
            </a:extLst>
          </p:cNvPr>
          <p:cNvSpPr/>
          <p:nvPr/>
        </p:nvSpPr>
        <p:spPr>
          <a:xfrm>
            <a:off x="4038600" y="2590800"/>
            <a:ext cx="3238500" cy="2222500"/>
          </a:xfrm>
          <a:prstGeom prst="roundRect">
            <a:avLst>
              <a:gd name="adj" fmla="val 5353"/>
            </a:avLst>
          </a:prstGeom>
          <a:solidFill>
            <a:srgbClr val="E7FDFF"/>
          </a:solidFill>
          <a:ln w="15240">
            <a:solidFill>
              <a:srgbClr val="4FD5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Rounded Corners 8">
            <a:extLst>
              <a:ext uri="{FF2B5EF4-FFF2-40B4-BE49-F238E27FC236}">
                <a16:creationId xmlns:a16="http://schemas.microsoft.com/office/drawing/2014/main" id="{9DE17726-2E30-C0F5-BADE-A9790ECDF6CA}"/>
              </a:ext>
            </a:extLst>
          </p:cNvPr>
          <p:cNvSpPr/>
          <p:nvPr/>
        </p:nvSpPr>
        <p:spPr>
          <a:xfrm>
            <a:off x="4165600" y="2692400"/>
            <a:ext cx="2984500" cy="330200"/>
          </a:xfrm>
          <a:prstGeom prst="roundRect">
            <a:avLst/>
          </a:prstGeom>
          <a:solidFill>
            <a:srgbClr val="177F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solidFill>
                  <a:srgbClr val="FFFFFF"/>
                </a:solidFill>
                <a:latin typeface="Segoe UI" panose="020B0502040204020203" pitchFamily="34" charset="0"/>
              </a:rPr>
              <a:t>LUỒNG VÀNG (RỦI RO TRUNG BÌNH)</a:t>
            </a:r>
          </a:p>
        </p:txBody>
      </p:sp>
      <p:sp>
        <p:nvSpPr>
          <p:cNvPr id="10" name="TextBox 9">
            <a:extLst>
              <a:ext uri="{FF2B5EF4-FFF2-40B4-BE49-F238E27FC236}">
                <a16:creationId xmlns:a16="http://schemas.microsoft.com/office/drawing/2014/main" id="{91318E41-EDD1-BE08-8C33-565C02C6B47F}"/>
              </a:ext>
            </a:extLst>
          </p:cNvPr>
          <p:cNvSpPr txBox="1"/>
          <p:nvPr/>
        </p:nvSpPr>
        <p:spPr>
          <a:xfrm>
            <a:off x="4140200" y="3073400"/>
            <a:ext cx="3035300" cy="861774"/>
          </a:xfrm>
          <a:prstGeom prst="rect">
            <a:avLst/>
          </a:prstGeom>
          <a:noFill/>
        </p:spPr>
        <p:txBody>
          <a:bodyPr vert="horz" wrap="square" rtlCol="0">
            <a:spAutoFit/>
          </a:bodyPr>
          <a:lstStyle/>
          <a:p>
            <a:r>
              <a:rPr lang="vi-VN" sz="1000" dirty="0">
                <a:solidFill>
                  <a:srgbClr val="292521"/>
                </a:solidFill>
                <a:latin typeface="Segoe UI" panose="020B0502040204020203" pitchFamily="34" charset="0"/>
              </a:rPr>
              <a:t>• Yêu cầu công chức hải quan kiểm tra chi tiết bộ hồ sơ giấy tờ điện tử.</a:t>
            </a:r>
          </a:p>
          <a:p>
            <a:r>
              <a:rPr lang="vi-VN" sz="1000" dirty="0">
                <a:solidFill>
                  <a:srgbClr val="292521"/>
                </a:solidFill>
                <a:latin typeface="Segoe UI" panose="020B0502040204020203" pitchFamily="34" charset="0"/>
              </a:rPr>
              <a:t>• Đối soát chứng từ, hóa đơn, giấy chứng nhận xuất xứ (C/O).</a:t>
            </a:r>
          </a:p>
          <a:p>
            <a:r>
              <a:rPr lang="vi-VN" sz="1000" dirty="0">
                <a:solidFill>
                  <a:srgbClr val="292521"/>
                </a:solidFill>
                <a:latin typeface="Segoe UI" panose="020B0502040204020203" pitchFamily="34" charset="0"/>
              </a:rPr>
              <a:t>• Nếu hợp lệ sẽ được chuyển sang thông quan.</a:t>
            </a:r>
            <a:endParaRPr lang="en-US" sz="1000" dirty="0">
              <a:solidFill>
                <a:srgbClr val="292521"/>
              </a:solidFill>
              <a:latin typeface="Segoe UI" panose="020B0502040204020203" pitchFamily="34" charset="0"/>
            </a:endParaRPr>
          </a:p>
        </p:txBody>
      </p:sp>
      <p:sp>
        <p:nvSpPr>
          <p:cNvPr id="11" name="Rectangle: Rounded Corners 10">
            <a:extLst>
              <a:ext uri="{FF2B5EF4-FFF2-40B4-BE49-F238E27FC236}">
                <a16:creationId xmlns:a16="http://schemas.microsoft.com/office/drawing/2014/main" id="{C210B1B9-90D3-1607-0663-12F6691704E7}"/>
              </a:ext>
            </a:extLst>
          </p:cNvPr>
          <p:cNvSpPr/>
          <p:nvPr/>
        </p:nvSpPr>
        <p:spPr>
          <a:xfrm>
            <a:off x="7505700" y="2590800"/>
            <a:ext cx="3238500" cy="2222500"/>
          </a:xfrm>
          <a:prstGeom prst="roundRect">
            <a:avLst>
              <a:gd name="adj" fmla="val 6381"/>
            </a:avLst>
          </a:prstGeom>
          <a:solidFill>
            <a:srgbClr val="EEEBFF"/>
          </a:solidFill>
          <a:ln w="15240">
            <a:solidFill>
              <a:srgbClr val="7373E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68DC04DA-A395-9D25-0F16-DBBD8F498C1D}"/>
              </a:ext>
            </a:extLst>
          </p:cNvPr>
          <p:cNvSpPr/>
          <p:nvPr/>
        </p:nvSpPr>
        <p:spPr>
          <a:xfrm>
            <a:off x="7632700" y="2692400"/>
            <a:ext cx="2984500" cy="330200"/>
          </a:xfrm>
          <a:prstGeom prst="roundRect">
            <a:avLst/>
          </a:prstGeom>
          <a:solidFill>
            <a:srgbClr val="2828C6"/>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solidFill>
                  <a:srgbClr val="FFFFFF"/>
                </a:solidFill>
                <a:latin typeface="Segoe UI" panose="020B0502040204020203" pitchFamily="34" charset="0"/>
              </a:rPr>
              <a:t>LUỒNG ĐỎ (RỦI RO CAO)</a:t>
            </a:r>
          </a:p>
        </p:txBody>
      </p:sp>
      <p:sp>
        <p:nvSpPr>
          <p:cNvPr id="13" name="TextBox 12">
            <a:extLst>
              <a:ext uri="{FF2B5EF4-FFF2-40B4-BE49-F238E27FC236}">
                <a16:creationId xmlns:a16="http://schemas.microsoft.com/office/drawing/2014/main" id="{60DF4E79-0C2A-8712-2FF0-C2D9B0D5EB2F}"/>
              </a:ext>
            </a:extLst>
          </p:cNvPr>
          <p:cNvSpPr txBox="1"/>
          <p:nvPr/>
        </p:nvSpPr>
        <p:spPr>
          <a:xfrm>
            <a:off x="7607300" y="3073400"/>
            <a:ext cx="3035300" cy="1015663"/>
          </a:xfrm>
          <a:prstGeom prst="rect">
            <a:avLst/>
          </a:prstGeom>
          <a:noFill/>
        </p:spPr>
        <p:txBody>
          <a:bodyPr vert="horz" wrap="square" rtlCol="0">
            <a:spAutoFit/>
          </a:bodyPr>
          <a:lstStyle/>
          <a:p>
            <a:r>
              <a:rPr lang="vi-VN" sz="1000">
                <a:solidFill>
                  <a:srgbClr val="292521"/>
                </a:solidFill>
                <a:latin typeface="Segoe UI" panose="020B0502040204020203" pitchFamily="34" charset="0"/>
              </a:rPr>
              <a:t>• Bắt buộc lực lượng hải quan phải kiểm tra thực tế hàng hóa tại cửa khẩu.</a:t>
            </a:r>
          </a:p>
          <a:p>
            <a:r>
              <a:rPr lang="vi-VN" sz="1000">
                <a:solidFill>
                  <a:srgbClr val="292521"/>
                </a:solidFill>
                <a:latin typeface="Segoe UI" panose="020B0502040204020203" pitchFamily="34" charset="0"/>
              </a:rPr>
              <a:t>• Kiểm tra qua máy soi chiếu container hoặc mở niêm phong kiểm tra trực tiếp.</a:t>
            </a:r>
          </a:p>
          <a:p>
            <a:r>
              <a:rPr lang="vi-VN" sz="1000">
                <a:solidFill>
                  <a:srgbClr val="292521"/>
                </a:solidFill>
                <a:latin typeface="Segoe UI" panose="020B0502040204020203" pitchFamily="34" charset="0"/>
              </a:rPr>
              <a:t>• Ngăn ngừa buôn lậu, gian lận thương mại nghiêm trọng.</a:t>
            </a:r>
            <a:endParaRPr lang="en-US" sz="1000">
              <a:solidFill>
                <a:srgbClr val="292521"/>
              </a:solidFill>
              <a:latin typeface="Segoe UI" panose="020B0502040204020203" pitchFamily="34" charset="0"/>
            </a:endParaRPr>
          </a:p>
        </p:txBody>
      </p:sp>
      <p:sp>
        <p:nvSpPr>
          <p:cNvPr id="14" name="Rectangle: Rounded Corners 13">
            <a:extLst>
              <a:ext uri="{FF2B5EF4-FFF2-40B4-BE49-F238E27FC236}">
                <a16:creationId xmlns:a16="http://schemas.microsoft.com/office/drawing/2014/main" id="{079C4DDC-BDE5-F68F-8C0A-03DFB5F955DF}"/>
              </a:ext>
            </a:extLst>
          </p:cNvPr>
          <p:cNvSpPr/>
          <p:nvPr/>
        </p:nvSpPr>
        <p:spPr>
          <a:xfrm>
            <a:off x="571500" y="4927600"/>
            <a:ext cx="9779000" cy="406400"/>
          </a:xfrm>
          <a:prstGeom prst="roundRect">
            <a:avLst/>
          </a:prstGeom>
          <a:solidFill>
            <a:srgbClr val="FAF9F8"/>
          </a:solidFill>
          <a:ln>
            <a:solidFill>
              <a:srgbClr val="E6E2D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950" b="1">
                <a:solidFill>
                  <a:srgbClr val="2C2B7C"/>
                </a:solidFill>
                <a:latin typeface="Segoe UI" panose="020B0502040204020203" pitchFamily="34" charset="0"/>
              </a:rPr>
              <a:t>GIÁ TRỊ QUẢN LÝ: Giúp cơ quan nhà nước tập trung nguồn lực kiểm soát đúng đối tượng rủi ro cao, đồng thời rút ngắn tối đa thời gian thông quan cho các doanh nghiệp làm ăn nghiêm túc.</a:t>
            </a:r>
            <a:endParaRPr lang="en-US" sz="950" b="1">
              <a:solidFill>
                <a:srgbClr val="2C2B7C"/>
              </a:solidFill>
              <a:latin typeface="Segoe UI" panose="020B0502040204020203" pitchFamily="34" charset="0"/>
            </a:endParaRPr>
          </a:p>
        </p:txBody>
      </p:sp>
    </p:spTree>
    <p:extLst>
      <p:ext uri="{BB962C8B-B14F-4D97-AF65-F5344CB8AC3E}">
        <p14:creationId xmlns:p14="http://schemas.microsoft.com/office/powerpoint/2010/main" val="21960947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096DF-A4CF-819F-34C1-4C97BCFECCF8}"/>
              </a:ext>
            </a:extLst>
          </p:cNvPr>
          <p:cNvSpPr>
            <a:spLocks noGrp="1"/>
          </p:cNvSpPr>
          <p:nvPr>
            <p:ph type="title"/>
          </p:nvPr>
        </p:nvSpPr>
        <p:spPr>
          <a:xfrm>
            <a:off x="444500" y="304800"/>
            <a:ext cx="10160000" cy="711200"/>
          </a:xfrm>
        </p:spPr>
        <p:txBody>
          <a:bodyPr>
            <a:normAutofit/>
          </a:bodyPr>
          <a:lstStyle/>
          <a:p>
            <a:r>
              <a:rPr lang="vi-VN" sz="2100">
                <a:solidFill>
                  <a:srgbClr val="2C2B7C"/>
                </a:solidFill>
                <a:latin typeface="Segoe UI" panose="020B0502040204020203" pitchFamily="34" charset="0"/>
              </a:rPr>
              <a:t>BÀI TOÁN 3: PHÂN TÍCH MẠNG LƯỚI NGĂN CHẶN GIAN LẬN HÓA ĐƠN &amp; TRỐN THUẾ</a:t>
            </a:r>
            <a:endParaRPr lang="en-US" sz="2100">
              <a:solidFill>
                <a:srgbClr val="2C2B7C"/>
              </a:solidFill>
              <a:latin typeface="Segoe UI" panose="020B0502040204020203" pitchFamily="34" charset="0"/>
            </a:endParaRPr>
          </a:p>
        </p:txBody>
      </p:sp>
      <p:sp>
        <p:nvSpPr>
          <p:cNvPr id="3" name="Rectangle: Rounded Corners 2">
            <a:extLst>
              <a:ext uri="{FF2B5EF4-FFF2-40B4-BE49-F238E27FC236}">
                <a16:creationId xmlns:a16="http://schemas.microsoft.com/office/drawing/2014/main" id="{91D12A6D-9A7F-8B5D-8ADA-F5F134128E5D}"/>
              </a:ext>
            </a:extLst>
          </p:cNvPr>
          <p:cNvSpPr/>
          <p:nvPr/>
        </p:nvSpPr>
        <p:spPr>
          <a:xfrm>
            <a:off x="571500" y="1397000"/>
            <a:ext cx="5334000" cy="330200"/>
          </a:xfrm>
          <a:prstGeom prst="roundRect">
            <a:avLst/>
          </a:prstGeom>
          <a:solidFill>
            <a:srgbClr val="ED1C2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950" b="1">
                <a:solidFill>
                  <a:srgbClr val="FFFFFF"/>
                </a:solidFill>
                <a:latin typeface="Segoe UI" panose="020B0502040204020203" pitchFamily="34" charset="0"/>
              </a:rPr>
              <a:t>CƠ QUAN ÁP DỤNG: NGÀNH THUẾ (HỆ THỐNG HÓA ĐƠN ĐIỆN TỬ)</a:t>
            </a:r>
            <a:endParaRPr lang="en-US" sz="950" b="1">
              <a:solidFill>
                <a:srgbClr val="FFFFFF"/>
              </a:solidFill>
              <a:latin typeface="Segoe UI" panose="020B0502040204020203" pitchFamily="34" charset="0"/>
            </a:endParaRPr>
          </a:p>
        </p:txBody>
      </p:sp>
      <p:sp>
        <p:nvSpPr>
          <p:cNvPr id="4" name="Rectangle: Rounded Corners 3">
            <a:extLst>
              <a:ext uri="{FF2B5EF4-FFF2-40B4-BE49-F238E27FC236}">
                <a16:creationId xmlns:a16="http://schemas.microsoft.com/office/drawing/2014/main" id="{8597BA6D-0A43-910E-2066-5CA96B1710DA}"/>
              </a:ext>
            </a:extLst>
          </p:cNvPr>
          <p:cNvSpPr/>
          <p:nvPr/>
        </p:nvSpPr>
        <p:spPr>
          <a:xfrm>
            <a:off x="571500" y="1854200"/>
            <a:ext cx="2794000" cy="355600"/>
          </a:xfrm>
          <a:prstGeom prst="roundRect">
            <a:avLst/>
          </a:prstGeom>
          <a:solidFill>
            <a:srgbClr val="2C2B7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a:solidFill>
                  <a:srgbClr val="FFFFFF"/>
                </a:solidFill>
                <a:latin typeface="Segoe UI" panose="020B0502040204020203" pitchFamily="34" charset="0"/>
              </a:rPr>
              <a:t>CÔNG NGHỆ MŨI NHỌN</a:t>
            </a:r>
          </a:p>
        </p:txBody>
      </p:sp>
      <p:sp>
        <p:nvSpPr>
          <p:cNvPr id="5" name="TextBox 4">
            <a:extLst>
              <a:ext uri="{FF2B5EF4-FFF2-40B4-BE49-F238E27FC236}">
                <a16:creationId xmlns:a16="http://schemas.microsoft.com/office/drawing/2014/main" id="{418B8F80-5EE6-E9E2-B790-71827F2D64B4}"/>
              </a:ext>
            </a:extLst>
          </p:cNvPr>
          <p:cNvSpPr txBox="1"/>
          <p:nvPr/>
        </p:nvSpPr>
        <p:spPr>
          <a:xfrm>
            <a:off x="571500" y="2311400"/>
            <a:ext cx="4762500" cy="1869743"/>
          </a:xfrm>
          <a:prstGeom prst="rect">
            <a:avLst/>
          </a:prstGeom>
          <a:noFill/>
        </p:spPr>
        <p:txBody>
          <a:bodyPr vert="horz" wrap="square" rtlCol="0">
            <a:spAutoFit/>
          </a:bodyPr>
          <a:lstStyle/>
          <a:p>
            <a:r>
              <a:rPr lang="vi-VN" sz="1050">
                <a:solidFill>
                  <a:srgbClr val="292521"/>
                </a:solidFill>
                <a:latin typeface="Segoe UI" panose="020B0502040204020203" pitchFamily="34" charset="0"/>
              </a:rPr>
              <a:t>[1] Graph AI (Trí tuệ nhân tạo đồ thị):</a:t>
            </a:r>
          </a:p>
          <a:p>
            <a:r>
              <a:rPr lang="vi-VN" sz="1050">
                <a:solidFill>
                  <a:srgbClr val="292521"/>
                </a:solidFill>
                <a:latin typeface="Segoe UI" panose="020B0502040204020203" pitchFamily="34" charset="0"/>
              </a:rPr>
              <a:t>• Kết nối hàng triệu doanh nghiệp và hàng tỷ hóa đơn điện tử thành mạng lưới quan hệ đa chiều.</a:t>
            </a:r>
          </a:p>
          <a:p>
            <a:r>
              <a:rPr lang="vi-VN" sz="1050">
                <a:solidFill>
                  <a:srgbClr val="292521"/>
                </a:solidFill>
                <a:latin typeface="Segoe UI" panose="020B0502040204020203" pitchFamily="34" charset="0"/>
              </a:rPr>
              <a:t>• Khả năng bộc lộ toàn bộ chuỗi mua bán phức tạp giữa các tổ chức kinh tế mà việc xem xét từng hóa đơn đơn lẻ không thể phát hiện.</a:t>
            </a:r>
          </a:p>
          <a:p>
            <a:endParaRPr lang="vi-VN" sz="1050">
              <a:solidFill>
                <a:srgbClr val="292521"/>
              </a:solidFill>
              <a:latin typeface="Segoe UI" panose="020B0502040204020203" pitchFamily="34" charset="0"/>
            </a:endParaRPr>
          </a:p>
          <a:p>
            <a:r>
              <a:rPr lang="vi-VN" sz="1050">
                <a:solidFill>
                  <a:srgbClr val="292521"/>
                </a:solidFill>
                <a:latin typeface="Segoe UI" panose="020B0502040204020203" pitchFamily="34" charset="0"/>
              </a:rPr>
              <a:t>[2] Anomaly Detection (Phát hiện bất thường):</a:t>
            </a:r>
          </a:p>
          <a:p>
            <a:r>
              <a:rPr lang="vi-VN" sz="1050">
                <a:solidFill>
                  <a:srgbClr val="292521"/>
                </a:solidFill>
                <a:latin typeface="Segoe UI" panose="020B0502040204020203" pitchFamily="34" charset="0"/>
              </a:rPr>
              <a:t>• Tự động rà quét và cảnh báo những giao dịch đi ngược lại quy luật cung - cầu bình thường của thị trường.</a:t>
            </a:r>
          </a:p>
          <a:p>
            <a:r>
              <a:rPr lang="vi-VN" sz="1050">
                <a:solidFill>
                  <a:srgbClr val="292521"/>
                </a:solidFill>
                <a:latin typeface="Segoe UI" panose="020B0502040204020203" pitchFamily="34" charset="0"/>
              </a:rPr>
              <a:t>• Phát hiện dấu hiệu lập doanh nghiệp ma để mua bán hóa đơn khống và trốn thuế.</a:t>
            </a:r>
            <a:endParaRPr lang="en-US" sz="1050">
              <a:solidFill>
                <a:srgbClr val="292521"/>
              </a:solidFill>
              <a:latin typeface="Segoe UI" panose="020B0502040204020203" pitchFamily="34" charset="0"/>
            </a:endParaRPr>
          </a:p>
        </p:txBody>
      </p:sp>
      <p:sp>
        <p:nvSpPr>
          <p:cNvPr id="6" name="Rectangle: Rounded Corners 5">
            <a:extLst>
              <a:ext uri="{FF2B5EF4-FFF2-40B4-BE49-F238E27FC236}">
                <a16:creationId xmlns:a16="http://schemas.microsoft.com/office/drawing/2014/main" id="{8A9DFD0F-B35F-0F89-7BEB-22171A86BC1E}"/>
              </a:ext>
            </a:extLst>
          </p:cNvPr>
          <p:cNvSpPr/>
          <p:nvPr/>
        </p:nvSpPr>
        <p:spPr>
          <a:xfrm>
            <a:off x="5651500" y="1854200"/>
            <a:ext cx="3175000" cy="355600"/>
          </a:xfrm>
          <a:prstGeom prst="roundRect">
            <a:avLst/>
          </a:prstGeom>
          <a:solidFill>
            <a:srgbClr val="2C2B7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a:solidFill>
                  <a:srgbClr val="FFFFFF"/>
                </a:solidFill>
                <a:latin typeface="Segoe UI" panose="020B0502040204020203" pitchFamily="34" charset="0"/>
              </a:rPr>
              <a:t>DẤU HIỆU NGHI VẤN &amp; XỬ LÝ THỰC TẾ</a:t>
            </a:r>
          </a:p>
        </p:txBody>
      </p:sp>
      <p:sp>
        <p:nvSpPr>
          <p:cNvPr id="7" name="Rectangle: Rounded Corners 6">
            <a:extLst>
              <a:ext uri="{FF2B5EF4-FFF2-40B4-BE49-F238E27FC236}">
                <a16:creationId xmlns:a16="http://schemas.microsoft.com/office/drawing/2014/main" id="{A6BF236B-62C0-2A94-3619-F0EB6807CD10}"/>
              </a:ext>
            </a:extLst>
          </p:cNvPr>
          <p:cNvSpPr/>
          <p:nvPr/>
        </p:nvSpPr>
        <p:spPr>
          <a:xfrm>
            <a:off x="5651500" y="2311400"/>
            <a:ext cx="4826000" cy="558800"/>
          </a:xfrm>
          <a:prstGeom prst="roundRect">
            <a:avLst/>
          </a:prstGeom>
          <a:solidFill>
            <a:srgbClr val="ECEEF4"/>
          </a:solidFill>
          <a:ln w="12700">
            <a:solidFill>
              <a:srgbClr val="E6E2DE"/>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r>
              <a:rPr lang="vi-VN" sz="900">
                <a:solidFill>
                  <a:srgbClr val="292521"/>
                </a:solidFill>
                <a:latin typeface="Segoe UI" panose="020B0502040204020203" pitchFamily="34" charset="0"/>
              </a:rPr>
              <a:t>MẮT XÍCH 1: DOANH NGHIỆP 'MA'</a:t>
            </a:r>
          </a:p>
          <a:p>
            <a:pPr algn="ctr"/>
            <a:r>
              <a:rPr lang="vi-VN" sz="900">
                <a:solidFill>
                  <a:srgbClr val="292521"/>
                </a:solidFill>
                <a:latin typeface="Segoe UI" panose="020B0502040204020203" pitchFamily="34" charset="0"/>
              </a:rPr>
              <a:t>Doanh nghiệp mới thành lập không có kho bãi, nhân công nhưng xuất hóa đơn doanh số rất lớn trong thời gian ngắn.</a:t>
            </a:r>
            <a:endParaRPr lang="en-US" sz="900">
              <a:solidFill>
                <a:srgbClr val="292521"/>
              </a:solidFill>
              <a:latin typeface="Segoe UI" panose="020B0502040204020203" pitchFamily="34" charset="0"/>
            </a:endParaRPr>
          </a:p>
        </p:txBody>
      </p:sp>
      <p:sp>
        <p:nvSpPr>
          <p:cNvPr id="8" name="Rectangle: Rounded Corners 7">
            <a:extLst>
              <a:ext uri="{FF2B5EF4-FFF2-40B4-BE49-F238E27FC236}">
                <a16:creationId xmlns:a16="http://schemas.microsoft.com/office/drawing/2014/main" id="{C9EAE550-0DFC-5928-CDAF-688B4D535F2B}"/>
              </a:ext>
            </a:extLst>
          </p:cNvPr>
          <p:cNvSpPr/>
          <p:nvPr/>
        </p:nvSpPr>
        <p:spPr>
          <a:xfrm>
            <a:off x="5651500" y="2946400"/>
            <a:ext cx="4826000" cy="558800"/>
          </a:xfrm>
          <a:prstGeom prst="roundRect">
            <a:avLst/>
          </a:prstGeom>
          <a:solidFill>
            <a:srgbClr val="ECEEF4"/>
          </a:solidFill>
          <a:ln w="12700">
            <a:solidFill>
              <a:srgbClr val="E6E2DE"/>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r>
              <a:rPr lang="vi-VN" sz="900">
                <a:solidFill>
                  <a:srgbClr val="292521"/>
                </a:solidFill>
                <a:latin typeface="Segoe UI" panose="020B0502040204020203" pitchFamily="34" charset="0"/>
              </a:rPr>
              <a:t>MẮT XÍCH 2: GIAO DỊCH LÒNG VÒNG</a:t>
            </a:r>
          </a:p>
          <a:p>
            <a:pPr algn="ctr"/>
            <a:r>
              <a:rPr lang="vi-VN" sz="900">
                <a:solidFill>
                  <a:srgbClr val="292521"/>
                </a:solidFill>
                <a:latin typeface="Segoe UI" panose="020B0502040204020203" pitchFamily="34" charset="0"/>
              </a:rPr>
              <a:t>Các chuỗi mua bán lòng vòng qua nhiều công ty trung gian có cùng người đại diện pháp luật nhằm tạo doanh số ảo và hợp thức hóa dòng tiền.</a:t>
            </a:r>
            <a:endParaRPr lang="en-US" sz="900">
              <a:solidFill>
                <a:srgbClr val="292521"/>
              </a:solidFill>
              <a:latin typeface="Segoe UI" panose="020B0502040204020203" pitchFamily="34" charset="0"/>
            </a:endParaRPr>
          </a:p>
        </p:txBody>
      </p:sp>
      <p:sp>
        <p:nvSpPr>
          <p:cNvPr id="9" name="Rectangle: Rounded Corners 8">
            <a:extLst>
              <a:ext uri="{FF2B5EF4-FFF2-40B4-BE49-F238E27FC236}">
                <a16:creationId xmlns:a16="http://schemas.microsoft.com/office/drawing/2014/main" id="{F6E7FA6C-16DB-755D-1655-06CB25FBAD4D}"/>
              </a:ext>
            </a:extLst>
          </p:cNvPr>
          <p:cNvSpPr/>
          <p:nvPr/>
        </p:nvSpPr>
        <p:spPr>
          <a:xfrm>
            <a:off x="5651500" y="3581400"/>
            <a:ext cx="4826000" cy="558800"/>
          </a:xfrm>
          <a:prstGeom prst="roundRect">
            <a:avLst/>
          </a:prstGeom>
          <a:solidFill>
            <a:srgbClr val="ECEEF4"/>
          </a:solidFill>
          <a:ln w="12700">
            <a:solidFill>
              <a:srgbClr val="E6E2DE"/>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r>
              <a:rPr lang="vi-VN" sz="900">
                <a:solidFill>
                  <a:srgbClr val="292521"/>
                </a:solidFill>
                <a:latin typeface="Segoe UI" panose="020B0502040204020203" pitchFamily="34" charset="0"/>
              </a:rPr>
              <a:t>MẮT XÍCH 3: XUẤT HÓA ĐƠN DỒN DẬP TRƯỚC GIẢI THỂ</a:t>
            </a:r>
          </a:p>
          <a:p>
            <a:pPr algn="ctr"/>
            <a:r>
              <a:rPr lang="vi-VN" sz="900">
                <a:solidFill>
                  <a:srgbClr val="292521"/>
                </a:solidFill>
                <a:latin typeface="Segoe UI" panose="020B0502040204020203" pitchFamily="34" charset="0"/>
              </a:rPr>
              <a:t>Xuất dồn dập số lượng lớn hóa đơn trong vài tháng rồi nhanh chóng làm thủ tục bỏ trốn hoặc giải thể để chiếm đoạt tiền thuế.</a:t>
            </a:r>
            <a:endParaRPr lang="en-US" sz="900">
              <a:solidFill>
                <a:srgbClr val="292521"/>
              </a:solidFill>
              <a:latin typeface="Segoe UI" panose="020B0502040204020203" pitchFamily="34" charset="0"/>
            </a:endParaRPr>
          </a:p>
        </p:txBody>
      </p:sp>
      <p:sp>
        <p:nvSpPr>
          <p:cNvPr id="10" name="Rectangle: Rounded Corners 9">
            <a:extLst>
              <a:ext uri="{FF2B5EF4-FFF2-40B4-BE49-F238E27FC236}">
                <a16:creationId xmlns:a16="http://schemas.microsoft.com/office/drawing/2014/main" id="{6D4EA9DE-5B36-BA46-1E4F-C59EC1BA259B}"/>
              </a:ext>
            </a:extLst>
          </p:cNvPr>
          <p:cNvSpPr/>
          <p:nvPr/>
        </p:nvSpPr>
        <p:spPr>
          <a:xfrm>
            <a:off x="5651500" y="4318000"/>
            <a:ext cx="4826000" cy="990600"/>
          </a:xfrm>
          <a:prstGeom prst="roundRect">
            <a:avLst/>
          </a:prstGeom>
          <a:solidFill>
            <a:srgbClr val="EEEBFF"/>
          </a:solidFill>
          <a:ln w="12700">
            <a:solidFill>
              <a:srgbClr val="7373E5"/>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r>
              <a:rPr lang="vi-VN" sz="950" b="1">
                <a:solidFill>
                  <a:srgbClr val="2828C6"/>
                </a:solidFill>
                <a:latin typeface="Segoe UI" panose="020B0502040204020203" pitchFamily="34" charset="0"/>
              </a:rPr>
              <a:t>HÀNH ĐỘNG CỦA CƠ QUAN THUẾ:</a:t>
            </a:r>
          </a:p>
          <a:p>
            <a:pPr algn="ctr"/>
            <a:r>
              <a:rPr lang="vi-VN" sz="950" b="1">
                <a:solidFill>
                  <a:srgbClr val="2828C6"/>
                </a:solidFill>
                <a:latin typeface="Segoe UI" panose="020B0502040204020203" pitchFamily="34" charset="0"/>
              </a:rPr>
              <a:t>Khi thuật toán phát hiện các mắt xích này, hệ thống tự động đưa vào danh sách cảnh báo rủi ro cao, lập tức chuyển hồ sơ sang bộ phận thanh tra để ngăn chặn hành vi mua bán hóa đơn khống và trục lợi hoàn thuế GTGT.</a:t>
            </a:r>
            <a:endParaRPr lang="en-US" sz="950" b="1">
              <a:solidFill>
                <a:srgbClr val="2828C6"/>
              </a:solidFill>
              <a:latin typeface="Segoe UI" panose="020B0502040204020203" pitchFamily="34" charset="0"/>
            </a:endParaRPr>
          </a:p>
        </p:txBody>
      </p:sp>
    </p:spTree>
    <p:extLst>
      <p:ext uri="{BB962C8B-B14F-4D97-AF65-F5344CB8AC3E}">
        <p14:creationId xmlns:p14="http://schemas.microsoft.com/office/powerpoint/2010/main" val="9628374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50683-FD00-D111-A2AE-69A13DBCD8E2}"/>
              </a:ext>
            </a:extLst>
          </p:cNvPr>
          <p:cNvSpPr>
            <a:spLocks noGrp="1"/>
          </p:cNvSpPr>
          <p:nvPr>
            <p:ph type="title"/>
          </p:nvPr>
        </p:nvSpPr>
        <p:spPr>
          <a:xfrm>
            <a:off x="444500" y="304800"/>
            <a:ext cx="10160000" cy="711200"/>
          </a:xfrm>
        </p:spPr>
        <p:txBody>
          <a:bodyPr>
            <a:normAutofit/>
          </a:bodyPr>
          <a:lstStyle/>
          <a:p>
            <a:r>
              <a:rPr lang="en-US" sz="2100">
                <a:solidFill>
                  <a:srgbClr val="2C2B7C"/>
                </a:solidFill>
                <a:latin typeface="Segoe UI" panose="020B0502040204020203" pitchFamily="34" charset="0"/>
              </a:rPr>
              <a:t>BÀI TOÁN 4: GIÁM SÁT TRẬT TỰ XÂY DỰNG &amp; BIẾN ĐỘNG ĐẤT ĐAI</a:t>
            </a:r>
          </a:p>
        </p:txBody>
      </p:sp>
      <p:sp>
        <p:nvSpPr>
          <p:cNvPr id="3" name="Rectangle: Rounded Corners 2">
            <a:extLst>
              <a:ext uri="{FF2B5EF4-FFF2-40B4-BE49-F238E27FC236}">
                <a16:creationId xmlns:a16="http://schemas.microsoft.com/office/drawing/2014/main" id="{5F3A2712-1911-BECE-056C-9CDF45BFD2E2}"/>
              </a:ext>
            </a:extLst>
          </p:cNvPr>
          <p:cNvSpPr/>
          <p:nvPr/>
        </p:nvSpPr>
        <p:spPr>
          <a:xfrm>
            <a:off x="571500" y="1397000"/>
            <a:ext cx="5842000" cy="330200"/>
          </a:xfrm>
          <a:prstGeom prst="roundRect">
            <a:avLst/>
          </a:prstGeom>
          <a:solidFill>
            <a:srgbClr val="ED1C2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950" b="1">
                <a:solidFill>
                  <a:srgbClr val="FFFFFF"/>
                </a:solidFill>
                <a:latin typeface="Segoe UI" panose="020B0502040204020203" pitchFamily="34" charset="0"/>
              </a:rPr>
              <a:t>CƠ QUAN ÁP DỤNG: SỞ TÀI NGUYÊN &amp; MÔI TRƯỜNG, SỞ XÂY DỰNG</a:t>
            </a:r>
            <a:endParaRPr lang="en-US" sz="950" b="1">
              <a:solidFill>
                <a:srgbClr val="FFFFFF"/>
              </a:solidFill>
              <a:latin typeface="Segoe UI" panose="020B0502040204020203" pitchFamily="34" charset="0"/>
            </a:endParaRPr>
          </a:p>
        </p:txBody>
      </p:sp>
      <p:sp>
        <p:nvSpPr>
          <p:cNvPr id="4" name="Rectangle: Rounded Corners 3">
            <a:extLst>
              <a:ext uri="{FF2B5EF4-FFF2-40B4-BE49-F238E27FC236}">
                <a16:creationId xmlns:a16="http://schemas.microsoft.com/office/drawing/2014/main" id="{7DF3ED48-C03B-957E-44E8-9425C7C1E7B0}"/>
              </a:ext>
            </a:extLst>
          </p:cNvPr>
          <p:cNvSpPr/>
          <p:nvPr/>
        </p:nvSpPr>
        <p:spPr>
          <a:xfrm>
            <a:off x="571500" y="1854200"/>
            <a:ext cx="2794000" cy="355600"/>
          </a:xfrm>
          <a:prstGeom prst="roundRect">
            <a:avLst/>
          </a:prstGeom>
          <a:solidFill>
            <a:srgbClr val="2C2B7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a:solidFill>
                  <a:srgbClr val="FFFFFF"/>
                </a:solidFill>
                <a:latin typeface="Segoe UI" panose="020B0502040204020203" pitchFamily="34" charset="0"/>
              </a:rPr>
              <a:t>CÔNG NGHỆ CHỦ LỰC</a:t>
            </a:r>
          </a:p>
        </p:txBody>
      </p:sp>
      <p:sp>
        <p:nvSpPr>
          <p:cNvPr id="5" name="TextBox 4">
            <a:extLst>
              <a:ext uri="{FF2B5EF4-FFF2-40B4-BE49-F238E27FC236}">
                <a16:creationId xmlns:a16="http://schemas.microsoft.com/office/drawing/2014/main" id="{D86C59FA-BAEE-3BE6-50A8-EE99318B08BB}"/>
              </a:ext>
            </a:extLst>
          </p:cNvPr>
          <p:cNvSpPr txBox="1"/>
          <p:nvPr/>
        </p:nvSpPr>
        <p:spPr>
          <a:xfrm>
            <a:off x="571500" y="2311400"/>
            <a:ext cx="4762500" cy="1708160"/>
          </a:xfrm>
          <a:prstGeom prst="rect">
            <a:avLst/>
          </a:prstGeom>
          <a:noFill/>
        </p:spPr>
        <p:txBody>
          <a:bodyPr vert="horz" wrap="square" rtlCol="0">
            <a:spAutoFit/>
          </a:bodyPr>
          <a:lstStyle/>
          <a:p>
            <a:r>
              <a:rPr lang="vi-VN" sz="1050">
                <a:solidFill>
                  <a:srgbClr val="292521"/>
                </a:solidFill>
                <a:latin typeface="Segoe UI" panose="020B0502040204020203" pitchFamily="34" charset="0"/>
              </a:rPr>
              <a:t>[1] Geospatial AI (AI địa không gian):</a:t>
            </a:r>
          </a:p>
          <a:p>
            <a:r>
              <a:rPr lang="vi-VN" sz="1050">
                <a:solidFill>
                  <a:srgbClr val="292521"/>
                </a:solidFill>
                <a:latin typeface="Segoe UI" panose="020B0502040204020203" pitchFamily="34" charset="0"/>
              </a:rPr>
              <a:t>• Kết hợp giữa thuật toán phân tích hình ảnh và dữ liệu bản đồ số.</a:t>
            </a:r>
          </a:p>
          <a:p>
            <a:r>
              <a:rPr lang="vi-VN" sz="1050">
                <a:solidFill>
                  <a:srgbClr val="292521"/>
                </a:solidFill>
                <a:latin typeface="Segoe UI" panose="020B0502040204020203" pitchFamily="34" charset="0"/>
              </a:rPr>
              <a:t>• Tự động nhận diện các đối tượng trên bề mặt trái đất từ ảnh chụp viễn thám do vệ tinh hoặc thiết bị bay không người lái (UAV) cung cấp theo chu kỳ.</a:t>
            </a:r>
          </a:p>
          <a:p>
            <a:endParaRPr lang="vi-VN" sz="1050">
              <a:solidFill>
                <a:srgbClr val="292521"/>
              </a:solidFill>
              <a:latin typeface="Segoe UI" panose="020B0502040204020203" pitchFamily="34" charset="0"/>
            </a:endParaRPr>
          </a:p>
          <a:p>
            <a:r>
              <a:rPr lang="vi-VN" sz="1050">
                <a:solidFill>
                  <a:srgbClr val="292521"/>
                </a:solidFill>
                <a:latin typeface="Segoe UI" panose="020B0502040204020203" pitchFamily="34" charset="0"/>
              </a:rPr>
              <a:t>[2] OCR (Nhận dạng ký tự quang học):</a:t>
            </a:r>
          </a:p>
          <a:p>
            <a:r>
              <a:rPr lang="vi-VN" sz="1050">
                <a:solidFill>
                  <a:srgbClr val="292521"/>
                </a:solidFill>
                <a:latin typeface="Segoe UI" panose="020B0502040204020203" pitchFamily="34" charset="0"/>
              </a:rPr>
              <a:t>• Ứng dụng trong CSDL hồ sơ địa chính.</a:t>
            </a:r>
          </a:p>
          <a:p>
            <a:r>
              <a:rPr lang="vi-VN" sz="1050">
                <a:solidFill>
                  <a:srgbClr val="292521"/>
                </a:solidFill>
                <a:latin typeface="Segoe UI" panose="020B0502040204020203" pitchFamily="34" charset="0"/>
              </a:rPr>
              <a:t>• Tự động đọc giấy tờ quét, hồ sơ địa chính cũ để bóc tách thông tin về diện tích, ranh giới và chủ sở hữu thành dữ liệu số có cấu trúc.</a:t>
            </a:r>
            <a:endParaRPr lang="en-US" sz="1050">
              <a:solidFill>
                <a:srgbClr val="292521"/>
              </a:solidFill>
              <a:latin typeface="Segoe UI" panose="020B0502040204020203" pitchFamily="34" charset="0"/>
            </a:endParaRPr>
          </a:p>
        </p:txBody>
      </p:sp>
      <p:sp>
        <p:nvSpPr>
          <p:cNvPr id="6" name="Rectangle: Rounded Corners 5">
            <a:extLst>
              <a:ext uri="{FF2B5EF4-FFF2-40B4-BE49-F238E27FC236}">
                <a16:creationId xmlns:a16="http://schemas.microsoft.com/office/drawing/2014/main" id="{BB9AEDC9-249C-F1C8-7832-624CE65801C8}"/>
              </a:ext>
            </a:extLst>
          </p:cNvPr>
          <p:cNvSpPr/>
          <p:nvPr/>
        </p:nvSpPr>
        <p:spPr>
          <a:xfrm>
            <a:off x="5651500" y="1854200"/>
            <a:ext cx="3175000" cy="355600"/>
          </a:xfrm>
          <a:prstGeom prst="roundRect">
            <a:avLst/>
          </a:prstGeom>
          <a:solidFill>
            <a:srgbClr val="2C2B7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a:solidFill>
                  <a:srgbClr val="FFFFFF"/>
                </a:solidFill>
                <a:latin typeface="Segoe UI" panose="020B0502040204020203" pitchFamily="34" charset="0"/>
              </a:rPr>
              <a:t>QUY TRÌNH VẬN HÀNH THỰC TẾ</a:t>
            </a:r>
          </a:p>
        </p:txBody>
      </p:sp>
      <p:sp>
        <p:nvSpPr>
          <p:cNvPr id="7" name="Rectangle: Rounded Corners 6">
            <a:extLst>
              <a:ext uri="{FF2B5EF4-FFF2-40B4-BE49-F238E27FC236}">
                <a16:creationId xmlns:a16="http://schemas.microsoft.com/office/drawing/2014/main" id="{5F967760-C556-6241-5350-CE04893844CE}"/>
              </a:ext>
            </a:extLst>
          </p:cNvPr>
          <p:cNvSpPr/>
          <p:nvPr/>
        </p:nvSpPr>
        <p:spPr>
          <a:xfrm>
            <a:off x="5651500" y="2311400"/>
            <a:ext cx="4826000" cy="889000"/>
          </a:xfrm>
          <a:prstGeom prst="roundRect">
            <a:avLst/>
          </a:prstGeom>
          <a:solidFill>
            <a:srgbClr val="ECEEF4"/>
          </a:solidFill>
          <a:ln w="12700">
            <a:solidFill>
              <a:srgbClr val="E6E2DE"/>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r>
              <a:rPr lang="vi-VN" sz="950">
                <a:solidFill>
                  <a:srgbClr val="292521"/>
                </a:solidFill>
                <a:latin typeface="Segoe UI" panose="020B0502040204020203" pitchFamily="34" charset="0"/>
              </a:rPr>
              <a:t>GIAI ĐOẠN 1: CẬP NHẬT &amp; CHỒNG XẾP DỮ LIỆU</a:t>
            </a:r>
          </a:p>
          <a:p>
            <a:pPr algn="ctr"/>
            <a:r>
              <a:rPr lang="vi-VN" sz="950">
                <a:solidFill>
                  <a:srgbClr val="292521"/>
                </a:solidFill>
                <a:latin typeface="Segoe UI" panose="020B0502040204020203" pitchFamily="34" charset="0"/>
              </a:rPr>
              <a:t>Định kỳ hàng tháng/quý, hệ thống cập nhật ảnh chụp vệ tinh mới nhất và tự động chồng xếp lên bản đồ quy hoạch xây dựng cùng bản đồ địa chính đã được số hóa.</a:t>
            </a:r>
            <a:endParaRPr lang="en-US" sz="950">
              <a:solidFill>
                <a:srgbClr val="292521"/>
              </a:solidFill>
              <a:latin typeface="Segoe UI" panose="020B0502040204020203" pitchFamily="34" charset="0"/>
            </a:endParaRPr>
          </a:p>
        </p:txBody>
      </p:sp>
      <p:sp>
        <p:nvSpPr>
          <p:cNvPr id="8" name="Rectangle: Rounded Corners 7">
            <a:extLst>
              <a:ext uri="{FF2B5EF4-FFF2-40B4-BE49-F238E27FC236}">
                <a16:creationId xmlns:a16="http://schemas.microsoft.com/office/drawing/2014/main" id="{EFAA5ADA-1D26-2615-DE54-363F2B30A750}"/>
              </a:ext>
            </a:extLst>
          </p:cNvPr>
          <p:cNvSpPr/>
          <p:nvPr/>
        </p:nvSpPr>
        <p:spPr>
          <a:xfrm>
            <a:off x="5651500" y="3302000"/>
            <a:ext cx="4826000" cy="889000"/>
          </a:xfrm>
          <a:prstGeom prst="roundRect">
            <a:avLst/>
          </a:prstGeom>
          <a:solidFill>
            <a:srgbClr val="ECEEF4"/>
          </a:solidFill>
          <a:ln w="12700">
            <a:solidFill>
              <a:srgbClr val="E6E2DE"/>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r>
              <a:rPr lang="en-US" sz="950">
                <a:solidFill>
                  <a:srgbClr val="292521"/>
                </a:solidFill>
                <a:latin typeface="Segoe UI" panose="020B0502040204020203" pitchFamily="34" charset="0"/>
              </a:rPr>
              <a:t>GIAI ĐOẠN 2: THUẬT TOÁN PHÁT HIỆN BIẾN ĐỘNG</a:t>
            </a:r>
          </a:p>
          <a:p>
            <a:pPr algn="ctr"/>
            <a:r>
              <a:rPr lang="en-US" sz="950">
                <a:solidFill>
                  <a:srgbClr val="292521"/>
                </a:solidFill>
                <a:latin typeface="Segoe UI" panose="020B0502040204020203" pitchFamily="34" charset="0"/>
              </a:rPr>
              <a:t>Thuật toán AI so sánh sự thay đổi giữa các thời kỳ. Tự động khoanh vùng vi phạm nếu phát hiện công trình mới xuất hiện trên đất nông nghiệp, đất rừng, hoặc san ủi lấn chiếm.</a:t>
            </a:r>
          </a:p>
        </p:txBody>
      </p:sp>
      <p:sp>
        <p:nvSpPr>
          <p:cNvPr id="9" name="Rectangle: Rounded Corners 8">
            <a:extLst>
              <a:ext uri="{FF2B5EF4-FFF2-40B4-BE49-F238E27FC236}">
                <a16:creationId xmlns:a16="http://schemas.microsoft.com/office/drawing/2014/main" id="{C9BF4758-2747-75E0-7126-0834CFF05FF5}"/>
              </a:ext>
            </a:extLst>
          </p:cNvPr>
          <p:cNvSpPr/>
          <p:nvPr/>
        </p:nvSpPr>
        <p:spPr>
          <a:xfrm>
            <a:off x="5651500" y="4292600"/>
            <a:ext cx="4826000" cy="889000"/>
          </a:xfrm>
          <a:prstGeom prst="roundRect">
            <a:avLst/>
          </a:prstGeom>
          <a:solidFill>
            <a:srgbClr val="ECEEF4"/>
          </a:solidFill>
          <a:ln w="12700">
            <a:solidFill>
              <a:srgbClr val="E6E2DE"/>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r>
              <a:rPr lang="en-US" sz="950">
                <a:solidFill>
                  <a:srgbClr val="292521"/>
                </a:solidFill>
                <a:latin typeface="Segoe UI" panose="020B0502040204020203" pitchFamily="34" charset="0"/>
              </a:rPr>
              <a:t>GIAI ĐOẠN 3: GỬI CẢNH BÁO XỬ LÝ TỨC THỜI</a:t>
            </a:r>
          </a:p>
          <a:p>
            <a:pPr algn="ctr"/>
            <a:r>
              <a:rPr lang="en-US" sz="950">
                <a:solidFill>
                  <a:srgbClr val="292521"/>
                </a:solidFill>
                <a:latin typeface="Segoe UI" panose="020B0502040204020203" pitchFamily="34" charset="0"/>
              </a:rPr>
              <a:t>Phần mềm tự động gửi cảnh báo kèm tọa độ thực địa chính xác và hình ảnh đối chứng về tài khoản của cán bộ địa bàn, giúp chính quyền xử lý ngay từ khi công trình mới bắt đầu đào móng.</a:t>
            </a:r>
          </a:p>
        </p:txBody>
      </p:sp>
    </p:spTree>
    <p:extLst>
      <p:ext uri="{BB962C8B-B14F-4D97-AF65-F5344CB8AC3E}">
        <p14:creationId xmlns:p14="http://schemas.microsoft.com/office/powerpoint/2010/main" val="11903014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3C856-8948-5EE0-5269-9868A13825FA}"/>
              </a:ext>
            </a:extLst>
          </p:cNvPr>
          <p:cNvSpPr>
            <a:spLocks noGrp="1"/>
          </p:cNvSpPr>
          <p:nvPr>
            <p:ph type="ctrTitle"/>
          </p:nvPr>
        </p:nvSpPr>
        <p:spPr>
          <a:xfrm>
            <a:off x="508000" y="1358900"/>
            <a:ext cx="10922000" cy="2387600"/>
          </a:xfrm>
        </p:spPr>
        <p:txBody>
          <a:bodyPr>
            <a:normAutofit/>
          </a:bodyPr>
          <a:lstStyle/>
          <a:p>
            <a:r>
              <a:rPr lang="en-US" sz="2800" dirty="0">
                <a:solidFill>
                  <a:srgbClr val="FFFFFF"/>
                </a:solidFill>
                <a:latin typeface="Segoe UI" panose="020B0502040204020203" pitchFamily="34" charset="0"/>
              </a:rPr>
              <a:t>PHẦN II</a:t>
            </a:r>
            <a:br>
              <a:rPr lang="en-US" sz="2800" dirty="0">
                <a:solidFill>
                  <a:srgbClr val="FFFFFF"/>
                </a:solidFill>
                <a:latin typeface="Segoe UI" panose="020B0502040204020203" pitchFamily="34" charset="0"/>
              </a:rPr>
            </a:br>
            <a:r>
              <a:rPr lang="en-US" sz="2800" dirty="0">
                <a:solidFill>
                  <a:srgbClr val="FFFFFF"/>
                </a:solidFill>
                <a:latin typeface="Segoe UI" panose="020B0502040204020203" pitchFamily="34" charset="0"/>
              </a:rPr>
              <a:t>MÔ HÌNH HỆ THỐNG THÔNG TIN</a:t>
            </a:r>
            <a:br>
              <a:rPr lang="en-US" sz="2800" dirty="0">
                <a:solidFill>
                  <a:srgbClr val="FFFFFF"/>
                </a:solidFill>
                <a:latin typeface="Segoe UI" panose="020B0502040204020203" pitchFamily="34" charset="0"/>
              </a:rPr>
            </a:br>
            <a:r>
              <a:rPr lang="en-US" sz="2800" dirty="0">
                <a:solidFill>
                  <a:srgbClr val="FFFFFF"/>
                </a:solidFill>
                <a:latin typeface="Segoe UI" panose="020B0502040204020203" pitchFamily="34" charset="0"/>
              </a:rPr>
              <a:t>GIẢI QUYẾT TTHC MỘT CỬA ĐIỆN TỬ</a:t>
            </a:r>
          </a:p>
        </p:txBody>
      </p:sp>
      <p:sp>
        <p:nvSpPr>
          <p:cNvPr id="4" name="Rectangle: Rounded Corners 3">
            <a:extLst>
              <a:ext uri="{FF2B5EF4-FFF2-40B4-BE49-F238E27FC236}">
                <a16:creationId xmlns:a16="http://schemas.microsoft.com/office/drawing/2014/main" id="{ACA07386-F8FC-5EA6-53D5-3D76D9DD2593}"/>
              </a:ext>
            </a:extLst>
          </p:cNvPr>
          <p:cNvSpPr/>
          <p:nvPr/>
        </p:nvSpPr>
        <p:spPr>
          <a:xfrm>
            <a:off x="2667000" y="3807460"/>
            <a:ext cx="6604000" cy="431800"/>
          </a:xfrm>
          <a:prstGeom prst="roundRect">
            <a:avLst/>
          </a:prstGeom>
          <a:solidFill>
            <a:srgbClr val="ED1C2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050" b="1" dirty="0">
                <a:solidFill>
                  <a:srgbClr val="FFFFFF"/>
                </a:solidFill>
                <a:latin typeface="Segoe UI" panose="020B0502040204020203" pitchFamily="34" charset="0"/>
              </a:rPr>
              <a:t>KIẾN TRÚC 3 TẦNG, CƠ CHẾ ĐIỀU PHỐI VÀ CHU TRÌNH XỬ LÝ KHÉP KÍN</a:t>
            </a:r>
            <a:endParaRPr lang="en-US" sz="1050" b="1" dirty="0">
              <a:solidFill>
                <a:srgbClr val="FFFFFF"/>
              </a:solidFill>
              <a:latin typeface="Segoe UI" panose="020B0502040204020203" pitchFamily="34" charset="0"/>
            </a:endParaRPr>
          </a:p>
        </p:txBody>
      </p:sp>
    </p:spTree>
    <p:extLst>
      <p:ext uri="{BB962C8B-B14F-4D97-AF65-F5344CB8AC3E}">
        <p14:creationId xmlns:p14="http://schemas.microsoft.com/office/powerpoint/2010/main" val="28032414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27DF8-1DC9-D82C-4849-07CBDD24C822}"/>
              </a:ext>
            </a:extLst>
          </p:cNvPr>
          <p:cNvSpPr>
            <a:spLocks noGrp="1"/>
          </p:cNvSpPr>
          <p:nvPr>
            <p:ph type="title"/>
          </p:nvPr>
        </p:nvSpPr>
        <p:spPr>
          <a:xfrm>
            <a:off x="444500" y="304800"/>
            <a:ext cx="10160000" cy="711200"/>
          </a:xfrm>
        </p:spPr>
        <p:txBody>
          <a:bodyPr>
            <a:normAutofit/>
          </a:bodyPr>
          <a:lstStyle/>
          <a:p>
            <a:r>
              <a:rPr lang="en-US" sz="2100">
                <a:solidFill>
                  <a:srgbClr val="2C2B7C"/>
                </a:solidFill>
                <a:latin typeface="Segoe UI" panose="020B0502040204020203" pitchFamily="34" charset="0"/>
              </a:rPr>
              <a:t>KIẾN TRÚC TỔNG THỂ HỆ THỐNG THÔNG TIN MỘT CỬA ĐIỆN TỬ</a:t>
            </a:r>
          </a:p>
        </p:txBody>
      </p:sp>
      <p:sp>
        <p:nvSpPr>
          <p:cNvPr id="3" name="Rectangle: Rounded Corners 2">
            <a:extLst>
              <a:ext uri="{FF2B5EF4-FFF2-40B4-BE49-F238E27FC236}">
                <a16:creationId xmlns:a16="http://schemas.microsoft.com/office/drawing/2014/main" id="{0026E44D-A65C-A673-B236-DB732DE23061}"/>
              </a:ext>
            </a:extLst>
          </p:cNvPr>
          <p:cNvSpPr/>
          <p:nvPr/>
        </p:nvSpPr>
        <p:spPr>
          <a:xfrm>
            <a:off x="2159000" y="1333500"/>
            <a:ext cx="7112000" cy="381000"/>
          </a:xfrm>
          <a:prstGeom prst="roundRect">
            <a:avLst/>
          </a:prstGeom>
          <a:solidFill>
            <a:srgbClr val="FFBA0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050" b="1">
                <a:solidFill>
                  <a:srgbClr val="2C2B7C"/>
                </a:solidFill>
                <a:latin typeface="Segoe UI" panose="020B0502040204020203" pitchFamily="34" charset="0"/>
              </a:rPr>
              <a:t>NGƯỜI DÂN / DOANH NGHIỆP (Nộp hồ sơ trực tuyến - Theo dõi tiến độ - Nhận kết quả số)</a:t>
            </a:r>
            <a:endParaRPr lang="en-US" sz="1050" b="1">
              <a:solidFill>
                <a:srgbClr val="2C2B7C"/>
              </a:solidFill>
              <a:latin typeface="Segoe UI" panose="020B0502040204020203" pitchFamily="34" charset="0"/>
            </a:endParaRPr>
          </a:p>
        </p:txBody>
      </p:sp>
      <p:sp>
        <p:nvSpPr>
          <p:cNvPr id="4" name="Rectangle: Rounded Corners 3">
            <a:extLst>
              <a:ext uri="{FF2B5EF4-FFF2-40B4-BE49-F238E27FC236}">
                <a16:creationId xmlns:a16="http://schemas.microsoft.com/office/drawing/2014/main" id="{D25A0486-B6BB-3F92-14E0-CC30B003268E}"/>
              </a:ext>
            </a:extLst>
          </p:cNvPr>
          <p:cNvSpPr/>
          <p:nvPr/>
        </p:nvSpPr>
        <p:spPr>
          <a:xfrm>
            <a:off x="571500" y="1803400"/>
            <a:ext cx="9906000" cy="711200"/>
          </a:xfrm>
          <a:prstGeom prst="roundRect">
            <a:avLst/>
          </a:prstGeom>
          <a:solidFill>
            <a:srgbClr val="ECEEF4"/>
          </a:solidFill>
          <a:ln w="12700">
            <a:solidFill>
              <a:srgbClr val="2C2B7C"/>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r>
              <a:rPr lang="vi-VN" sz="1000">
                <a:solidFill>
                  <a:srgbClr val="2C2B7C"/>
                </a:solidFill>
                <a:latin typeface="Segoe UI" panose="020B0502040204020203" pitchFamily="34" charset="0"/>
              </a:rPr>
              <a:t>TẦNG 1: TẦNG GIAO TIẾP - CỔNG DỊCH VỤ CÔNG (TIẾP NHẬN NGOÀI)</a:t>
            </a:r>
          </a:p>
          <a:p>
            <a:pPr algn="ctr"/>
            <a:r>
              <a:rPr lang="vi-VN" sz="1000">
                <a:solidFill>
                  <a:srgbClr val="2C2B7C"/>
                </a:solidFill>
                <a:latin typeface="Segoe UI" panose="020B0502040204020203" pitchFamily="34" charset="0"/>
              </a:rPr>
              <a:t>• Tiếp nhận hồ sơ trực tuyến qua mạng 24/7 (Định danh điện tử VNeID).</a:t>
            </a:r>
          </a:p>
          <a:p>
            <a:pPr algn="ctr"/>
            <a:r>
              <a:rPr lang="vi-VN" sz="1000">
                <a:solidFill>
                  <a:srgbClr val="2C2B7C"/>
                </a:solidFill>
                <a:latin typeface="Segoe UI" panose="020B0502040204020203" pitchFamily="34" charset="0"/>
              </a:rPr>
              <a:t>• Tích hợp thanh toán trực tuyến qua Cổng DVC Quốc gia. Cung cấp Kho dữ liệu điện tử cá nhân tái sử dụng giấy tờ.</a:t>
            </a:r>
            <a:endParaRPr lang="en-US" sz="1000">
              <a:solidFill>
                <a:srgbClr val="2C2B7C"/>
              </a:solidFill>
              <a:latin typeface="Segoe UI" panose="020B0502040204020203" pitchFamily="34" charset="0"/>
            </a:endParaRPr>
          </a:p>
        </p:txBody>
      </p:sp>
      <p:sp>
        <p:nvSpPr>
          <p:cNvPr id="5" name="Rectangle: Rounded Corners 4">
            <a:extLst>
              <a:ext uri="{FF2B5EF4-FFF2-40B4-BE49-F238E27FC236}">
                <a16:creationId xmlns:a16="http://schemas.microsoft.com/office/drawing/2014/main" id="{0B14B6DD-A7EA-DA08-9642-6FAD63AD6C7E}"/>
              </a:ext>
            </a:extLst>
          </p:cNvPr>
          <p:cNvSpPr/>
          <p:nvPr/>
        </p:nvSpPr>
        <p:spPr>
          <a:xfrm>
            <a:off x="571500" y="2590800"/>
            <a:ext cx="9906000" cy="711200"/>
          </a:xfrm>
          <a:prstGeom prst="roundRect">
            <a:avLst/>
          </a:prstGeom>
          <a:solidFill>
            <a:srgbClr val="FAF9F8"/>
          </a:solidFill>
          <a:ln w="12700">
            <a:solidFill>
              <a:srgbClr val="2C2B7C"/>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r>
              <a:rPr lang="vi-VN" sz="1000">
                <a:solidFill>
                  <a:srgbClr val="292521"/>
                </a:solidFill>
                <a:latin typeface="Segoe UI" panose="020B0502040204020203" pitchFamily="34" charset="0"/>
              </a:rPr>
              <a:t>TẦNG 2: TẦNG NGHIỆP VỤ - HỆ THỐNG MỘT CỬA ĐIỆN TỬ (XỬ LÝ NỘI BỘ)</a:t>
            </a:r>
          </a:p>
          <a:p>
            <a:pPr algn="ctr"/>
            <a:r>
              <a:rPr lang="vi-VN" sz="1000">
                <a:solidFill>
                  <a:srgbClr val="292521"/>
                </a:solidFill>
                <a:latin typeface="Segoe UI" panose="020B0502040204020203" pitchFamily="34" charset="0"/>
              </a:rPr>
              <a:t>• Quản lý toàn bộ quy trình luân chuyển hồ sơ nội bộ theo thẩm quyền nghiệp vụ.</a:t>
            </a:r>
          </a:p>
          <a:p>
            <a:pPr algn="ctr"/>
            <a:r>
              <a:rPr lang="vi-VN" sz="1000">
                <a:solidFill>
                  <a:srgbClr val="292521"/>
                </a:solidFill>
                <a:latin typeface="Segoe UI" panose="020B0502040204020203" pitchFamily="34" charset="0"/>
              </a:rPr>
              <a:t>• Tự động phân công thụ lý theo đúng hạn luật định. Phê duyệt dự thảo và ký số bằng chữ ký số chuyên dùng công vụ.</a:t>
            </a:r>
            <a:endParaRPr lang="en-US" sz="1000">
              <a:solidFill>
                <a:srgbClr val="292521"/>
              </a:solidFill>
              <a:latin typeface="Segoe UI" panose="020B0502040204020203" pitchFamily="34" charset="0"/>
            </a:endParaRPr>
          </a:p>
        </p:txBody>
      </p:sp>
      <p:sp>
        <p:nvSpPr>
          <p:cNvPr id="6" name="Rectangle: Rounded Corners 5">
            <a:extLst>
              <a:ext uri="{FF2B5EF4-FFF2-40B4-BE49-F238E27FC236}">
                <a16:creationId xmlns:a16="http://schemas.microsoft.com/office/drawing/2014/main" id="{7E27A7D5-9EF6-ABC8-F467-67EF84C52C7A}"/>
              </a:ext>
            </a:extLst>
          </p:cNvPr>
          <p:cNvSpPr/>
          <p:nvPr/>
        </p:nvSpPr>
        <p:spPr>
          <a:xfrm>
            <a:off x="571500" y="3378200"/>
            <a:ext cx="9906000" cy="660400"/>
          </a:xfrm>
          <a:prstGeom prst="roundRect">
            <a:avLst/>
          </a:prstGeom>
          <a:solidFill>
            <a:srgbClr val="ECEEF4"/>
          </a:solidFill>
          <a:ln w="12700">
            <a:solidFill>
              <a:srgbClr val="2C2B7C"/>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r>
              <a:rPr lang="en-US" sz="1000">
                <a:solidFill>
                  <a:srgbClr val="2C2B7C"/>
                </a:solidFill>
                <a:latin typeface="Segoe UI" panose="020B0502040204020203" pitchFamily="34" charset="0"/>
              </a:rPr>
              <a:t>TẦNG 3: TẦNG LIÊN THÔNG DỮ LIỆU LIÊN NGÀNH (KẾT NỐI VÀ CHIA SẺ)</a:t>
            </a:r>
          </a:p>
          <a:p>
            <a:pPr algn="ctr"/>
            <a:r>
              <a:rPr lang="en-US" sz="1000">
                <a:solidFill>
                  <a:srgbClr val="2C2B7C"/>
                </a:solidFill>
                <a:latin typeface="Segoe UI" panose="020B0502040204020203" pitchFamily="34" charset="0"/>
              </a:rPr>
              <a:t>• Nền tảng tích hợp, chia sẻ dữ liệu cấp bộ, cấp tỉnh (LGSP / NDXP).</a:t>
            </a:r>
          </a:p>
          <a:p>
            <a:pPr algn="ctr"/>
            <a:r>
              <a:rPr lang="en-US" sz="1000">
                <a:solidFill>
                  <a:srgbClr val="2C2B7C"/>
                </a:solidFill>
                <a:latin typeface="Segoe UI" panose="020B0502040204020203" pitchFamily="34" charset="0"/>
              </a:rPr>
              <a:t>• Trục liên thông văn bản quốc gia bảo đảm trao đổi dữ liệu an toàn, liên tục giữa các hệ thống.</a:t>
            </a:r>
          </a:p>
        </p:txBody>
      </p:sp>
      <p:sp>
        <p:nvSpPr>
          <p:cNvPr id="7" name="Rectangle: Rounded Corners 6">
            <a:extLst>
              <a:ext uri="{FF2B5EF4-FFF2-40B4-BE49-F238E27FC236}">
                <a16:creationId xmlns:a16="http://schemas.microsoft.com/office/drawing/2014/main" id="{6789DD76-DBEA-88E8-6D11-2E81F15C98E1}"/>
              </a:ext>
            </a:extLst>
          </p:cNvPr>
          <p:cNvSpPr/>
          <p:nvPr/>
        </p:nvSpPr>
        <p:spPr>
          <a:xfrm>
            <a:off x="571500" y="4140200"/>
            <a:ext cx="4762500" cy="1117600"/>
          </a:xfrm>
          <a:prstGeom prst="roundRect">
            <a:avLst/>
          </a:prstGeom>
          <a:solidFill>
            <a:srgbClr val="2C2B7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050" b="1">
                <a:solidFill>
                  <a:srgbClr val="FFFFFF"/>
                </a:solidFill>
                <a:latin typeface="Segoe UI" panose="020B0502040204020203" pitchFamily="34" charset="0"/>
              </a:rPr>
              <a:t>CỔNG DỊCH VỤ CÔNG QUỐC GIA</a:t>
            </a:r>
          </a:p>
          <a:p>
            <a:pPr algn="ctr"/>
            <a:r>
              <a:rPr lang="vi-VN" sz="1050" b="1">
                <a:solidFill>
                  <a:srgbClr val="FFFFFF"/>
                </a:solidFill>
                <a:latin typeface="Segoe UI" panose="020B0502040204020203" pitchFamily="34" charset="0"/>
              </a:rPr>
              <a:t>• Đầu mối truy cập duy nhất trên toàn quốc.</a:t>
            </a:r>
          </a:p>
          <a:p>
            <a:pPr algn="ctr"/>
            <a:r>
              <a:rPr lang="vi-VN" sz="1050" b="1">
                <a:solidFill>
                  <a:srgbClr val="FFFFFF"/>
                </a:solidFill>
                <a:latin typeface="Segoe UI" panose="020B0502040204020203" pitchFamily="34" charset="0"/>
              </a:rPr>
              <a:t>• Định danh VNeID, thanh toán trực tuyến tập trung.</a:t>
            </a:r>
          </a:p>
          <a:p>
            <a:pPr algn="ctr"/>
            <a:r>
              <a:rPr lang="vi-VN" sz="1050" b="1">
                <a:solidFill>
                  <a:srgbClr val="FFFFFF"/>
                </a:solidFill>
                <a:latin typeface="Segoe UI" panose="020B0502040204020203" pitchFamily="34" charset="0"/>
              </a:rPr>
              <a:t>• Giám sát, đánh giá sự hài lòng của người dân.</a:t>
            </a:r>
            <a:endParaRPr lang="en-US" sz="1050" b="1">
              <a:solidFill>
                <a:srgbClr val="FFFFFF"/>
              </a:solidFill>
              <a:latin typeface="Segoe UI" panose="020B0502040204020203" pitchFamily="34" charset="0"/>
            </a:endParaRPr>
          </a:p>
        </p:txBody>
      </p:sp>
      <p:sp>
        <p:nvSpPr>
          <p:cNvPr id="8" name="Rectangle: Rounded Corners 7">
            <a:extLst>
              <a:ext uri="{FF2B5EF4-FFF2-40B4-BE49-F238E27FC236}">
                <a16:creationId xmlns:a16="http://schemas.microsoft.com/office/drawing/2014/main" id="{1EC03A11-632A-45AE-AA12-E9C1378AF2CA}"/>
              </a:ext>
            </a:extLst>
          </p:cNvPr>
          <p:cNvSpPr/>
          <p:nvPr/>
        </p:nvSpPr>
        <p:spPr>
          <a:xfrm>
            <a:off x="5588000" y="4140200"/>
            <a:ext cx="4889500" cy="1117600"/>
          </a:xfrm>
          <a:prstGeom prst="roundRect">
            <a:avLst/>
          </a:prstGeom>
          <a:solidFill>
            <a:srgbClr val="ED1C2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050" b="1">
                <a:solidFill>
                  <a:srgbClr val="FFFFFF"/>
                </a:solidFill>
                <a:latin typeface="Segoe UI" panose="020B0502040204020203" pitchFamily="34" charset="0"/>
              </a:rPr>
              <a:t>CÁC CƠ SỞ DỮ LIỆU QUỐC GIA CỐT LÕI</a:t>
            </a:r>
          </a:p>
          <a:p>
            <a:pPr algn="ctr"/>
            <a:r>
              <a:rPr lang="vi-VN" sz="1050" b="1">
                <a:solidFill>
                  <a:srgbClr val="FFFFFF"/>
                </a:solidFill>
                <a:latin typeface="Segoe UI" panose="020B0502040204020203" pitchFamily="34" charset="0"/>
              </a:rPr>
              <a:t>• CSDL quốc gia về Dân cư (Đề án 06)</a:t>
            </a:r>
          </a:p>
          <a:p>
            <a:pPr algn="ctr"/>
            <a:r>
              <a:rPr lang="vi-VN" sz="1050" b="1">
                <a:solidFill>
                  <a:srgbClr val="FFFFFF"/>
                </a:solidFill>
                <a:latin typeface="Segoe UI" panose="020B0502040204020203" pitchFamily="34" charset="0"/>
              </a:rPr>
              <a:t>• CSDL quốc gia về Đăng ký doanh nghiệp</a:t>
            </a:r>
          </a:p>
          <a:p>
            <a:pPr algn="ctr"/>
            <a:r>
              <a:rPr lang="vi-VN" sz="1050" b="1">
                <a:solidFill>
                  <a:srgbClr val="FFFFFF"/>
                </a:solidFill>
                <a:latin typeface="Segoe UI" panose="020B0502040204020203" pitchFamily="34" charset="0"/>
              </a:rPr>
              <a:t>• CSDL quốc gia về Bảo hiểm xã hội</a:t>
            </a:r>
          </a:p>
          <a:p>
            <a:pPr algn="ctr"/>
            <a:r>
              <a:rPr lang="vi-VN" sz="1050" b="1">
                <a:solidFill>
                  <a:srgbClr val="FFFFFF"/>
                </a:solidFill>
                <a:latin typeface="Segoe UI" panose="020B0502040204020203" pitchFamily="34" charset="0"/>
              </a:rPr>
              <a:t>• CSDL quốc gia về Đất đai</a:t>
            </a:r>
            <a:endParaRPr lang="en-US" sz="1050" b="1">
              <a:solidFill>
                <a:srgbClr val="FFFFFF"/>
              </a:solidFill>
              <a:latin typeface="Segoe UI" panose="020B0502040204020203" pitchFamily="34" charset="0"/>
            </a:endParaRPr>
          </a:p>
        </p:txBody>
      </p:sp>
    </p:spTree>
    <p:extLst>
      <p:ext uri="{BB962C8B-B14F-4D97-AF65-F5344CB8AC3E}">
        <p14:creationId xmlns:p14="http://schemas.microsoft.com/office/powerpoint/2010/main" val="21531905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A0591-E05C-2759-4440-5942FCFFC9D0}"/>
              </a:ext>
            </a:extLst>
          </p:cNvPr>
          <p:cNvSpPr>
            <a:spLocks noGrp="1"/>
          </p:cNvSpPr>
          <p:nvPr>
            <p:ph type="title"/>
          </p:nvPr>
        </p:nvSpPr>
        <p:spPr>
          <a:xfrm>
            <a:off x="444500" y="304800"/>
            <a:ext cx="10160000" cy="711200"/>
          </a:xfrm>
        </p:spPr>
        <p:txBody>
          <a:bodyPr>
            <a:normAutofit/>
          </a:bodyPr>
          <a:lstStyle/>
          <a:p>
            <a:r>
              <a:rPr lang="en-US" sz="2100">
                <a:solidFill>
                  <a:srgbClr val="2C2B7C"/>
                </a:solidFill>
                <a:latin typeface="Segoe UI" panose="020B0502040204020203" pitchFamily="34" charset="0"/>
              </a:rPr>
              <a:t>BA THÀNH PHẦN CÔNG NGHỆ ĐIỀU PHỐI BÊN TRONG HỆ THỐNG</a:t>
            </a:r>
          </a:p>
        </p:txBody>
      </p:sp>
      <p:sp>
        <p:nvSpPr>
          <p:cNvPr id="3" name="Rectangle: Rounded Corners 2">
            <a:extLst>
              <a:ext uri="{FF2B5EF4-FFF2-40B4-BE49-F238E27FC236}">
                <a16:creationId xmlns:a16="http://schemas.microsoft.com/office/drawing/2014/main" id="{C81F62F2-BC71-6071-E93B-24DC765455E2}"/>
              </a:ext>
            </a:extLst>
          </p:cNvPr>
          <p:cNvSpPr/>
          <p:nvPr/>
        </p:nvSpPr>
        <p:spPr>
          <a:xfrm>
            <a:off x="571500" y="1422400"/>
            <a:ext cx="3238500" cy="558800"/>
          </a:xfrm>
          <a:prstGeom prst="roundRect">
            <a:avLst/>
          </a:prstGeom>
          <a:solidFill>
            <a:srgbClr val="2C2B7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a:solidFill>
                  <a:srgbClr val="FFFFFF"/>
                </a:solidFill>
                <a:latin typeface="Segoe UI" panose="020B0502040204020203" pitchFamily="34" charset="0"/>
              </a:rPr>
              <a:t>BPM</a:t>
            </a:r>
          </a:p>
          <a:p>
            <a:pPr algn="ctr"/>
            <a:r>
              <a:rPr lang="en-US" sz="1050" b="1">
                <a:solidFill>
                  <a:srgbClr val="FFFFFF"/>
                </a:solidFill>
                <a:latin typeface="Segoe UI" panose="020B0502040204020203" pitchFamily="34" charset="0"/>
              </a:rPr>
              <a:t>(Business Process Management)</a:t>
            </a:r>
          </a:p>
        </p:txBody>
      </p:sp>
      <p:sp>
        <p:nvSpPr>
          <p:cNvPr id="4" name="Rectangle: Rounded Corners 3">
            <a:extLst>
              <a:ext uri="{FF2B5EF4-FFF2-40B4-BE49-F238E27FC236}">
                <a16:creationId xmlns:a16="http://schemas.microsoft.com/office/drawing/2014/main" id="{686269C9-47D5-E45D-96C1-B4291B8F12F9}"/>
              </a:ext>
            </a:extLst>
          </p:cNvPr>
          <p:cNvSpPr/>
          <p:nvPr/>
        </p:nvSpPr>
        <p:spPr>
          <a:xfrm>
            <a:off x="571500" y="2057400"/>
            <a:ext cx="3238500" cy="304800"/>
          </a:xfrm>
          <a:prstGeom prst="roundRect">
            <a:avLst/>
          </a:prstGeom>
          <a:solidFill>
            <a:srgbClr val="FFBA0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a:solidFill>
                  <a:srgbClr val="2C2B7C"/>
                </a:solidFill>
                <a:latin typeface="Segoe UI" panose="020B0502040204020203" pitchFamily="34" charset="0"/>
              </a:rPr>
              <a:t>ĐIỀU PHỐI &amp; TỰ ĐỘNG HÓA QUY TRÌNH</a:t>
            </a:r>
          </a:p>
        </p:txBody>
      </p:sp>
      <p:sp>
        <p:nvSpPr>
          <p:cNvPr id="5" name="TextBox 4">
            <a:extLst>
              <a:ext uri="{FF2B5EF4-FFF2-40B4-BE49-F238E27FC236}">
                <a16:creationId xmlns:a16="http://schemas.microsoft.com/office/drawing/2014/main" id="{CC60C690-0C90-92F5-03BD-B3FE15D0DC78}"/>
              </a:ext>
            </a:extLst>
          </p:cNvPr>
          <p:cNvSpPr txBox="1"/>
          <p:nvPr/>
        </p:nvSpPr>
        <p:spPr>
          <a:xfrm>
            <a:off x="571500" y="2438400"/>
            <a:ext cx="3238500" cy="1708160"/>
          </a:xfrm>
          <a:prstGeom prst="rect">
            <a:avLst/>
          </a:prstGeom>
          <a:noFill/>
        </p:spPr>
        <p:txBody>
          <a:bodyPr vert="horz" wrap="square" rtlCol="0">
            <a:spAutoFit/>
          </a:bodyPr>
          <a:lstStyle/>
          <a:p>
            <a:r>
              <a:rPr lang="vi-VN" sz="1050">
                <a:solidFill>
                  <a:srgbClr val="292521"/>
                </a:solidFill>
                <a:latin typeface="Segoe UI" panose="020B0502040204020203" pitchFamily="34" charset="0"/>
              </a:rPr>
              <a:t>• Tự động hóa luân chuyển hồ sơ: Khi chuyên viên hoàn thành thao tác, hệ thống tự đẩy hồ sơ sang hòm thư người tiếp theo.</a:t>
            </a:r>
          </a:p>
          <a:p>
            <a:endParaRPr lang="vi-VN" sz="1050">
              <a:solidFill>
                <a:srgbClr val="292521"/>
              </a:solidFill>
              <a:latin typeface="Segoe UI" panose="020B0502040204020203" pitchFamily="34" charset="0"/>
            </a:endParaRPr>
          </a:p>
          <a:p>
            <a:r>
              <a:rPr lang="vi-VN" sz="1050">
                <a:solidFill>
                  <a:srgbClr val="292521"/>
                </a:solidFill>
                <a:latin typeface="Segoe UI" panose="020B0502040204020203" pitchFamily="34" charset="0"/>
              </a:rPr>
              <a:t>• Kiểm soát thời hạn: Tự động tính hạn xử lý theo luật; phát cảnh báo màu đỏ nếu hồ sơ sắp hoặc bị quá hạn.</a:t>
            </a:r>
          </a:p>
          <a:p>
            <a:endParaRPr lang="vi-VN" sz="1050">
              <a:solidFill>
                <a:srgbClr val="292521"/>
              </a:solidFill>
              <a:latin typeface="Segoe UI" panose="020B0502040204020203" pitchFamily="34" charset="0"/>
            </a:endParaRPr>
          </a:p>
          <a:p>
            <a:r>
              <a:rPr lang="vi-VN" sz="1050">
                <a:solidFill>
                  <a:srgbClr val="292521"/>
                </a:solidFill>
                <a:latin typeface="Segoe UI" panose="020B0502040204020203" pitchFamily="34" charset="0"/>
              </a:rPr>
              <a:t>• Minh bạch hóa: Lưu lại toàn bộ nhật ký (log) ai xử lý, thời điểm nào, ngăn ngừa tiêu cực ngâm hồ sơ.</a:t>
            </a:r>
            <a:endParaRPr lang="en-US" sz="1050">
              <a:solidFill>
                <a:srgbClr val="292521"/>
              </a:solidFill>
              <a:latin typeface="Segoe UI" panose="020B0502040204020203" pitchFamily="34" charset="0"/>
            </a:endParaRPr>
          </a:p>
        </p:txBody>
      </p:sp>
      <p:sp>
        <p:nvSpPr>
          <p:cNvPr id="6" name="Rectangle: Rounded Corners 5">
            <a:extLst>
              <a:ext uri="{FF2B5EF4-FFF2-40B4-BE49-F238E27FC236}">
                <a16:creationId xmlns:a16="http://schemas.microsoft.com/office/drawing/2014/main" id="{4F7D5B39-D3A1-1C87-3595-5967561D6CEC}"/>
              </a:ext>
            </a:extLst>
          </p:cNvPr>
          <p:cNvSpPr/>
          <p:nvPr/>
        </p:nvSpPr>
        <p:spPr>
          <a:xfrm>
            <a:off x="4038600" y="1422400"/>
            <a:ext cx="3238500" cy="558800"/>
          </a:xfrm>
          <a:prstGeom prst="roundRect">
            <a:avLst/>
          </a:prstGeom>
          <a:solidFill>
            <a:srgbClr val="2C2B7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a:solidFill>
                  <a:srgbClr val="FFFFFF"/>
                </a:solidFill>
                <a:latin typeface="Segoe UI" panose="020B0502040204020203" pitchFamily="34" charset="0"/>
              </a:rPr>
              <a:t>API</a:t>
            </a:r>
          </a:p>
          <a:p>
            <a:pPr algn="ctr"/>
            <a:r>
              <a:rPr lang="en-US" sz="1050" b="1">
                <a:solidFill>
                  <a:srgbClr val="FFFFFF"/>
                </a:solidFill>
                <a:latin typeface="Segoe UI" panose="020B0502040204020203" pitchFamily="34" charset="0"/>
              </a:rPr>
              <a:t>(Application Programming Interface)</a:t>
            </a:r>
          </a:p>
        </p:txBody>
      </p:sp>
      <p:sp>
        <p:nvSpPr>
          <p:cNvPr id="7" name="Rectangle: Rounded Corners 6">
            <a:extLst>
              <a:ext uri="{FF2B5EF4-FFF2-40B4-BE49-F238E27FC236}">
                <a16:creationId xmlns:a16="http://schemas.microsoft.com/office/drawing/2014/main" id="{5986B302-714F-8222-EA96-D517F3F3DBC3}"/>
              </a:ext>
            </a:extLst>
          </p:cNvPr>
          <p:cNvSpPr/>
          <p:nvPr/>
        </p:nvSpPr>
        <p:spPr>
          <a:xfrm>
            <a:off x="4038600" y="2057400"/>
            <a:ext cx="3238500" cy="304800"/>
          </a:xfrm>
          <a:prstGeom prst="roundRect">
            <a:avLst/>
          </a:prstGeom>
          <a:solidFill>
            <a:srgbClr val="FFBA0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a:solidFill>
                  <a:srgbClr val="2C2B7C"/>
                </a:solidFill>
                <a:latin typeface="Segoe UI" panose="020B0502040204020203" pitchFamily="34" charset="0"/>
              </a:rPr>
              <a:t>KẾT NỐI DỮ LIỆU THỜI GIAN THỰC</a:t>
            </a:r>
          </a:p>
        </p:txBody>
      </p:sp>
      <p:sp>
        <p:nvSpPr>
          <p:cNvPr id="8" name="TextBox 7">
            <a:extLst>
              <a:ext uri="{FF2B5EF4-FFF2-40B4-BE49-F238E27FC236}">
                <a16:creationId xmlns:a16="http://schemas.microsoft.com/office/drawing/2014/main" id="{C62EE226-CD0F-4165-E264-41FC56BD6812}"/>
              </a:ext>
            </a:extLst>
          </p:cNvPr>
          <p:cNvSpPr txBox="1"/>
          <p:nvPr/>
        </p:nvSpPr>
        <p:spPr>
          <a:xfrm>
            <a:off x="4038600" y="2438400"/>
            <a:ext cx="3238500" cy="1708160"/>
          </a:xfrm>
          <a:prstGeom prst="rect">
            <a:avLst/>
          </a:prstGeom>
          <a:noFill/>
        </p:spPr>
        <p:txBody>
          <a:bodyPr vert="horz" wrap="square" rtlCol="0">
            <a:spAutoFit/>
          </a:bodyPr>
          <a:lstStyle/>
          <a:p>
            <a:r>
              <a:rPr lang="vi-VN" sz="1050">
                <a:solidFill>
                  <a:srgbClr val="292521"/>
                </a:solidFill>
                <a:latin typeface="Segoe UI" panose="020B0502040204020203" pitchFamily="34" charset="0"/>
              </a:rPr>
              <a:t>• Cổng giao tiếp dữ liệu liên thông: Cho phép hệ thống một cửa tự động kết nối và truy vấn CSDL quốc gia (dân cư, doanh nghiệp).</a:t>
            </a:r>
          </a:p>
          <a:p>
            <a:endParaRPr lang="vi-VN" sz="1050">
              <a:solidFill>
                <a:srgbClr val="292521"/>
              </a:solidFill>
              <a:latin typeface="Segoe UI" panose="020B0502040204020203" pitchFamily="34" charset="0"/>
            </a:endParaRPr>
          </a:p>
          <a:p>
            <a:r>
              <a:rPr lang="vi-VN" sz="1050">
                <a:solidFill>
                  <a:srgbClr val="292521"/>
                </a:solidFill>
                <a:latin typeface="Segoe UI" panose="020B0502040204020203" pitchFamily="34" charset="0"/>
              </a:rPr>
              <a:t>• Bãi bỏ yêu cầu nộp giấy: Xác thực ngay thông tin người nộp qua API trong vài giây mà không cần công dân nộp lại giấy tờ.</a:t>
            </a:r>
          </a:p>
          <a:p>
            <a:endParaRPr lang="vi-VN" sz="1050">
              <a:solidFill>
                <a:srgbClr val="292521"/>
              </a:solidFill>
              <a:latin typeface="Segoe UI" panose="020B0502040204020203" pitchFamily="34" charset="0"/>
            </a:endParaRPr>
          </a:p>
          <a:p>
            <a:r>
              <a:rPr lang="vi-VN" sz="1050">
                <a:solidFill>
                  <a:srgbClr val="292521"/>
                </a:solidFill>
                <a:latin typeface="Segoe UI" panose="020B0502040204020203" pitchFamily="34" charset="0"/>
              </a:rPr>
              <a:t>• Đồng bộ trạng thái hồ sơ liên tục với Cổng DVC Quốc gia.</a:t>
            </a:r>
            <a:endParaRPr lang="en-US" sz="1050">
              <a:solidFill>
                <a:srgbClr val="292521"/>
              </a:solidFill>
              <a:latin typeface="Segoe UI" panose="020B0502040204020203" pitchFamily="34" charset="0"/>
            </a:endParaRPr>
          </a:p>
        </p:txBody>
      </p:sp>
      <p:sp>
        <p:nvSpPr>
          <p:cNvPr id="9" name="Rectangle: Rounded Corners 8">
            <a:extLst>
              <a:ext uri="{FF2B5EF4-FFF2-40B4-BE49-F238E27FC236}">
                <a16:creationId xmlns:a16="http://schemas.microsoft.com/office/drawing/2014/main" id="{8CB88F49-52B7-1A1E-BA3F-C730DB1F4C9D}"/>
              </a:ext>
            </a:extLst>
          </p:cNvPr>
          <p:cNvSpPr/>
          <p:nvPr/>
        </p:nvSpPr>
        <p:spPr>
          <a:xfrm>
            <a:off x="7505700" y="1422400"/>
            <a:ext cx="3238500" cy="558800"/>
          </a:xfrm>
          <a:prstGeom prst="roundRect">
            <a:avLst/>
          </a:prstGeom>
          <a:solidFill>
            <a:srgbClr val="2C2B7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a:solidFill>
                  <a:srgbClr val="FFFFFF"/>
                </a:solidFill>
                <a:latin typeface="Segoe UI" panose="020B0502040204020203" pitchFamily="34" charset="0"/>
              </a:rPr>
              <a:t>PKI &amp; DIGITAL SIGNATURE</a:t>
            </a:r>
          </a:p>
          <a:p>
            <a:pPr algn="ctr"/>
            <a:r>
              <a:rPr lang="en-US" sz="1050" b="1">
                <a:solidFill>
                  <a:srgbClr val="FFFFFF"/>
                </a:solidFill>
                <a:latin typeface="Segoe UI" panose="020B0502040204020203" pitchFamily="34" charset="0"/>
              </a:rPr>
              <a:t>(Chữ ký số chuyên dùng)</a:t>
            </a:r>
          </a:p>
        </p:txBody>
      </p:sp>
      <p:sp>
        <p:nvSpPr>
          <p:cNvPr id="10" name="Rectangle: Rounded Corners 9">
            <a:extLst>
              <a:ext uri="{FF2B5EF4-FFF2-40B4-BE49-F238E27FC236}">
                <a16:creationId xmlns:a16="http://schemas.microsoft.com/office/drawing/2014/main" id="{5D7AC0E6-4A54-7D47-EDD7-4065A712E9EC}"/>
              </a:ext>
            </a:extLst>
          </p:cNvPr>
          <p:cNvSpPr/>
          <p:nvPr/>
        </p:nvSpPr>
        <p:spPr>
          <a:xfrm>
            <a:off x="7505700" y="2057400"/>
            <a:ext cx="3238500" cy="304800"/>
          </a:xfrm>
          <a:prstGeom prst="roundRect">
            <a:avLst/>
          </a:prstGeom>
          <a:solidFill>
            <a:srgbClr val="FFBA0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a:solidFill>
                  <a:srgbClr val="2C2B7C"/>
                </a:solidFill>
                <a:latin typeface="Segoe UI" panose="020B0502040204020203" pitchFamily="34" charset="0"/>
              </a:rPr>
              <a:t>BẢO ĐẢM GIÁ TRỊ PHÁP LÝ ĐIỆN TỬ</a:t>
            </a:r>
          </a:p>
        </p:txBody>
      </p:sp>
      <p:sp>
        <p:nvSpPr>
          <p:cNvPr id="11" name="TextBox 10">
            <a:extLst>
              <a:ext uri="{FF2B5EF4-FFF2-40B4-BE49-F238E27FC236}">
                <a16:creationId xmlns:a16="http://schemas.microsoft.com/office/drawing/2014/main" id="{A673C6C3-4505-41FA-DADA-30B26EE1B3CE}"/>
              </a:ext>
            </a:extLst>
          </p:cNvPr>
          <p:cNvSpPr txBox="1"/>
          <p:nvPr/>
        </p:nvSpPr>
        <p:spPr>
          <a:xfrm>
            <a:off x="7505700" y="2438400"/>
            <a:ext cx="3238500" cy="1708160"/>
          </a:xfrm>
          <a:prstGeom prst="rect">
            <a:avLst/>
          </a:prstGeom>
          <a:noFill/>
        </p:spPr>
        <p:txBody>
          <a:bodyPr vert="horz" wrap="square" rtlCol="0">
            <a:spAutoFit/>
          </a:bodyPr>
          <a:lstStyle/>
          <a:p>
            <a:r>
              <a:rPr lang="vi-VN" sz="1050">
                <a:solidFill>
                  <a:srgbClr val="292521"/>
                </a:solidFill>
                <a:latin typeface="Segoe UI" panose="020B0502040204020203" pitchFamily="34" charset="0"/>
              </a:rPr>
              <a:t>• Ký duyệt kết quả giải quyết: Lãnh đạo cơ quan ký số trên văn bản điện tử (giấy phép, chứng chỉ, công văn kết quả).</a:t>
            </a:r>
          </a:p>
          <a:p>
            <a:endParaRPr lang="vi-VN" sz="1050">
              <a:solidFill>
                <a:srgbClr val="292521"/>
              </a:solidFill>
              <a:latin typeface="Segoe UI" panose="020B0502040204020203" pitchFamily="34" charset="0"/>
            </a:endParaRPr>
          </a:p>
          <a:p>
            <a:r>
              <a:rPr lang="vi-VN" sz="1050">
                <a:solidFill>
                  <a:srgbClr val="292521"/>
                </a:solidFill>
                <a:latin typeface="Segoe UI" panose="020B0502040204020203" pitchFamily="34" charset="0"/>
              </a:rPr>
              <a:t>• Giá trị pháp lý tương đương bản giấy: Chữ ký số bảo đảm tính toàn vẹn và giá trị pháp lý tương đương bản giấy có dấu mộc đỏ.</a:t>
            </a:r>
          </a:p>
          <a:p>
            <a:endParaRPr lang="vi-VN" sz="1050">
              <a:solidFill>
                <a:srgbClr val="292521"/>
              </a:solidFill>
              <a:latin typeface="Segoe UI" panose="020B0502040204020203" pitchFamily="34" charset="0"/>
            </a:endParaRPr>
          </a:p>
          <a:p>
            <a:r>
              <a:rPr lang="vi-VN" sz="1050">
                <a:solidFill>
                  <a:srgbClr val="292521"/>
                </a:solidFill>
                <a:latin typeface="Segoe UI" panose="020B0502040204020203" pitchFamily="34" charset="0"/>
              </a:rPr>
              <a:t>• Tái sử dụng: Kết quả ký số lưu vào Kho số công dân để tái sử dụng vĩnh viễn.</a:t>
            </a:r>
            <a:endParaRPr lang="en-US" sz="1050">
              <a:solidFill>
                <a:srgbClr val="292521"/>
              </a:solidFill>
              <a:latin typeface="Segoe UI" panose="020B0502040204020203" pitchFamily="34" charset="0"/>
            </a:endParaRPr>
          </a:p>
        </p:txBody>
      </p:sp>
    </p:spTree>
    <p:extLst>
      <p:ext uri="{BB962C8B-B14F-4D97-AF65-F5344CB8AC3E}">
        <p14:creationId xmlns:p14="http://schemas.microsoft.com/office/powerpoint/2010/main" val="41214127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5CB699-085B-8145-0A9A-CA103355F77B}"/>
              </a:ext>
            </a:extLst>
          </p:cNvPr>
          <p:cNvSpPr>
            <a:spLocks noGrp="1"/>
          </p:cNvSpPr>
          <p:nvPr>
            <p:ph type="title"/>
          </p:nvPr>
        </p:nvSpPr>
        <p:spPr>
          <a:xfrm>
            <a:off x="444500" y="304800"/>
            <a:ext cx="10160000" cy="711200"/>
          </a:xfrm>
        </p:spPr>
        <p:txBody>
          <a:bodyPr>
            <a:normAutofit/>
          </a:bodyPr>
          <a:lstStyle/>
          <a:p>
            <a:r>
              <a:rPr lang="vi-VN" sz="2100">
                <a:solidFill>
                  <a:srgbClr val="2C2B7C"/>
                </a:solidFill>
                <a:latin typeface="Segoe UI" panose="020B0502040204020203" pitchFamily="34" charset="0"/>
              </a:rPr>
              <a:t>CHU TRÌNH XỬ LÝ HỒ SƠ KHÉP KÍN: BƯỚC 1 ĐẾN BƯỚC 3</a:t>
            </a:r>
            <a:endParaRPr lang="en-US" sz="2100">
              <a:solidFill>
                <a:srgbClr val="2C2B7C"/>
              </a:solidFill>
              <a:latin typeface="Segoe UI" panose="020B0502040204020203" pitchFamily="34" charset="0"/>
            </a:endParaRPr>
          </a:p>
        </p:txBody>
      </p:sp>
      <p:sp>
        <p:nvSpPr>
          <p:cNvPr id="3" name="Rectangle: Rounded Corners 2">
            <a:extLst>
              <a:ext uri="{FF2B5EF4-FFF2-40B4-BE49-F238E27FC236}">
                <a16:creationId xmlns:a16="http://schemas.microsoft.com/office/drawing/2014/main" id="{D0D96272-0359-14F0-C741-61F18CA0C44F}"/>
              </a:ext>
            </a:extLst>
          </p:cNvPr>
          <p:cNvSpPr/>
          <p:nvPr/>
        </p:nvSpPr>
        <p:spPr>
          <a:xfrm>
            <a:off x="571500" y="1422400"/>
            <a:ext cx="3238500" cy="431800"/>
          </a:xfrm>
          <a:prstGeom prst="roundRect">
            <a:avLst/>
          </a:prstGeom>
          <a:solidFill>
            <a:srgbClr val="2C2B7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000" b="1">
                <a:solidFill>
                  <a:srgbClr val="FFFFFF"/>
                </a:solidFill>
                <a:latin typeface="Segoe UI" panose="020B0502040204020203" pitchFamily="34" charset="0"/>
              </a:rPr>
              <a:t>BƯỚC 1: TIẾP NHẬN &amp; KHỞI TẠO HỒ SƠ</a:t>
            </a:r>
            <a:endParaRPr lang="en-US" sz="1000" b="1">
              <a:solidFill>
                <a:srgbClr val="FFFFFF"/>
              </a:solidFill>
              <a:latin typeface="Segoe UI" panose="020B0502040204020203" pitchFamily="34" charset="0"/>
            </a:endParaRPr>
          </a:p>
        </p:txBody>
      </p:sp>
      <p:sp>
        <p:nvSpPr>
          <p:cNvPr id="4" name="TextBox 3">
            <a:extLst>
              <a:ext uri="{FF2B5EF4-FFF2-40B4-BE49-F238E27FC236}">
                <a16:creationId xmlns:a16="http://schemas.microsoft.com/office/drawing/2014/main" id="{BA367A6E-944C-D0E5-E589-292841AE6612}"/>
              </a:ext>
            </a:extLst>
          </p:cNvPr>
          <p:cNvSpPr txBox="1"/>
          <p:nvPr/>
        </p:nvSpPr>
        <p:spPr>
          <a:xfrm>
            <a:off x="571500" y="1955800"/>
            <a:ext cx="3238500" cy="1869743"/>
          </a:xfrm>
          <a:prstGeom prst="rect">
            <a:avLst/>
          </a:prstGeom>
          <a:noFill/>
        </p:spPr>
        <p:txBody>
          <a:bodyPr vert="horz" wrap="square" rtlCol="0">
            <a:spAutoFit/>
          </a:bodyPr>
          <a:lstStyle/>
          <a:p>
            <a:r>
              <a:rPr lang="vi-VN" sz="1050">
                <a:solidFill>
                  <a:srgbClr val="292521"/>
                </a:solidFill>
                <a:latin typeface="Segoe UI" panose="020B0502040204020203" pitchFamily="34" charset="0"/>
              </a:rPr>
              <a:t>• Người dân nộp hồ sơ trực tuyến qua Cổng dịch vụ công (sử dụng tài khoản định danh VNeID) hoặc nộp trực tiếp tại Bộ phận Một cửa (cán bộ hỗ trợ quét và số hóa giấy tờ).</a:t>
            </a:r>
          </a:p>
          <a:p>
            <a:endParaRPr lang="vi-VN" sz="1050">
              <a:solidFill>
                <a:srgbClr val="292521"/>
              </a:solidFill>
              <a:latin typeface="Segoe UI" panose="020B0502040204020203" pitchFamily="34" charset="0"/>
            </a:endParaRPr>
          </a:p>
          <a:p>
            <a:r>
              <a:rPr lang="vi-VN" sz="1050">
                <a:solidFill>
                  <a:srgbClr val="292521"/>
                </a:solidFill>
                <a:latin typeface="Segoe UI" panose="020B0502040204020203" pitchFamily="34" charset="0"/>
              </a:rPr>
              <a:t>• Hệ thống tự động kiểm tra tính hợp lệ cơ bản của thành phần hồ sơ và cấp một Mã số hồ sơ duy nhất.</a:t>
            </a:r>
          </a:p>
          <a:p>
            <a:endParaRPr lang="vi-VN" sz="1050">
              <a:solidFill>
                <a:srgbClr val="292521"/>
              </a:solidFill>
              <a:latin typeface="Segoe UI" panose="020B0502040204020203" pitchFamily="34" charset="0"/>
            </a:endParaRPr>
          </a:p>
          <a:p>
            <a:r>
              <a:rPr lang="vi-VN" sz="1050">
                <a:solidFill>
                  <a:srgbClr val="292521"/>
                </a:solidFill>
                <a:latin typeface="Segoe UI" panose="020B0502040204020203" pitchFamily="34" charset="0"/>
              </a:rPr>
              <a:t>• Mã số cho phép người dân tra cứu tiến độ thời gian thực qua website hoặc tin nhắn SMS/Zalo.</a:t>
            </a:r>
            <a:endParaRPr lang="en-US" sz="1050">
              <a:solidFill>
                <a:srgbClr val="292521"/>
              </a:solidFill>
              <a:latin typeface="Segoe UI" panose="020B0502040204020203" pitchFamily="34" charset="0"/>
            </a:endParaRPr>
          </a:p>
        </p:txBody>
      </p:sp>
      <p:sp>
        <p:nvSpPr>
          <p:cNvPr id="5" name="Rectangle: Rounded Corners 4">
            <a:extLst>
              <a:ext uri="{FF2B5EF4-FFF2-40B4-BE49-F238E27FC236}">
                <a16:creationId xmlns:a16="http://schemas.microsoft.com/office/drawing/2014/main" id="{CAA229D9-A86B-89FD-738E-CDDE981FF614}"/>
              </a:ext>
            </a:extLst>
          </p:cNvPr>
          <p:cNvSpPr/>
          <p:nvPr/>
        </p:nvSpPr>
        <p:spPr>
          <a:xfrm>
            <a:off x="4038600" y="1422400"/>
            <a:ext cx="3238500" cy="431800"/>
          </a:xfrm>
          <a:prstGeom prst="roundRect">
            <a:avLst/>
          </a:prstGeom>
          <a:solidFill>
            <a:srgbClr val="2C2B7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000" b="1">
                <a:solidFill>
                  <a:srgbClr val="FFFFFF"/>
                </a:solidFill>
                <a:latin typeface="Segoe UI" panose="020B0502040204020203" pitchFamily="34" charset="0"/>
              </a:rPr>
              <a:t>BƯỚC 2: PHÂN LUỒNG THỤ LÝ TỰ ĐỘNG</a:t>
            </a:r>
            <a:endParaRPr lang="en-US" sz="1000" b="1">
              <a:solidFill>
                <a:srgbClr val="FFFFFF"/>
              </a:solidFill>
              <a:latin typeface="Segoe UI" panose="020B0502040204020203" pitchFamily="34" charset="0"/>
            </a:endParaRPr>
          </a:p>
        </p:txBody>
      </p:sp>
      <p:sp>
        <p:nvSpPr>
          <p:cNvPr id="6" name="TextBox 5">
            <a:extLst>
              <a:ext uri="{FF2B5EF4-FFF2-40B4-BE49-F238E27FC236}">
                <a16:creationId xmlns:a16="http://schemas.microsoft.com/office/drawing/2014/main" id="{59028186-09C5-C715-0A15-D140B447E50A}"/>
              </a:ext>
            </a:extLst>
          </p:cNvPr>
          <p:cNvSpPr txBox="1"/>
          <p:nvPr/>
        </p:nvSpPr>
        <p:spPr>
          <a:xfrm>
            <a:off x="4038600" y="1955800"/>
            <a:ext cx="3238500" cy="1708160"/>
          </a:xfrm>
          <a:prstGeom prst="rect">
            <a:avLst/>
          </a:prstGeom>
          <a:noFill/>
        </p:spPr>
        <p:txBody>
          <a:bodyPr vert="horz" wrap="square" rtlCol="0">
            <a:spAutoFit/>
          </a:bodyPr>
          <a:lstStyle/>
          <a:p>
            <a:r>
              <a:rPr lang="vi-VN" sz="1050">
                <a:solidFill>
                  <a:srgbClr val="292521"/>
                </a:solidFill>
                <a:latin typeface="Segoe UI" panose="020B0502040204020203" pitchFamily="34" charset="0"/>
              </a:rPr>
              <a:t>• Dựa trên cấu hình quy trình nghiệp vụ đã số hóa trên hệ thống BPM, hồ sơ tự động chuyển vào hòm thư nghiệp vụ của lãnh đạo phòng chuyên môn phụ trách.</a:t>
            </a:r>
          </a:p>
          <a:p>
            <a:endParaRPr lang="vi-VN" sz="1050">
              <a:solidFill>
                <a:srgbClr val="292521"/>
              </a:solidFill>
              <a:latin typeface="Segoe UI" panose="020B0502040204020203" pitchFamily="34" charset="0"/>
            </a:endParaRPr>
          </a:p>
          <a:p>
            <a:r>
              <a:rPr lang="vi-VN" sz="1050">
                <a:solidFill>
                  <a:srgbClr val="292521"/>
                </a:solidFill>
                <a:latin typeface="Segoe UI" panose="020B0502040204020203" pitchFamily="34" charset="0"/>
              </a:rPr>
              <a:t>• Lãnh đạo xem xét hồ sơ điện tử và phân công cán bộ thụ lý chuyên môn chỉ bằng một cú nhấp chuột.</a:t>
            </a:r>
          </a:p>
          <a:p>
            <a:endParaRPr lang="vi-VN" sz="1050">
              <a:solidFill>
                <a:srgbClr val="292521"/>
              </a:solidFill>
              <a:latin typeface="Segoe UI" panose="020B0502040204020203" pitchFamily="34" charset="0"/>
            </a:endParaRPr>
          </a:p>
          <a:p>
            <a:r>
              <a:rPr lang="vi-VN" sz="1050">
                <a:solidFill>
                  <a:srgbClr val="292521"/>
                </a:solidFill>
                <a:latin typeface="Segoe UI" panose="020B0502040204020203" pitchFamily="34" charset="0"/>
              </a:rPr>
              <a:t>• Thời gian tiếp nhận và phân công được hệ thống ghi nhận chính xác theo từng phút.</a:t>
            </a:r>
            <a:endParaRPr lang="en-US" sz="1050">
              <a:solidFill>
                <a:srgbClr val="292521"/>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3F2C1667-DE00-16C0-F3E8-DBFC6B1F6C9C}"/>
              </a:ext>
            </a:extLst>
          </p:cNvPr>
          <p:cNvSpPr/>
          <p:nvPr/>
        </p:nvSpPr>
        <p:spPr>
          <a:xfrm>
            <a:off x="7505700" y="1422400"/>
            <a:ext cx="3238500" cy="431800"/>
          </a:xfrm>
          <a:prstGeom prst="roundRect">
            <a:avLst/>
          </a:prstGeom>
          <a:solidFill>
            <a:srgbClr val="2C2B7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000" b="1">
                <a:solidFill>
                  <a:srgbClr val="FFFFFF"/>
                </a:solidFill>
                <a:latin typeface="Segoe UI" panose="020B0502040204020203" pitchFamily="34" charset="0"/>
              </a:rPr>
              <a:t>BƯỚC 3: THẨM ĐỊNH &amp; XÁC THỰC DỮ LIỆU</a:t>
            </a:r>
            <a:endParaRPr lang="en-US" sz="1000" b="1">
              <a:solidFill>
                <a:srgbClr val="FFFFFF"/>
              </a:solidFill>
              <a:latin typeface="Segoe UI" panose="020B0502040204020203" pitchFamily="34" charset="0"/>
            </a:endParaRPr>
          </a:p>
        </p:txBody>
      </p:sp>
      <p:sp>
        <p:nvSpPr>
          <p:cNvPr id="8" name="TextBox 7">
            <a:extLst>
              <a:ext uri="{FF2B5EF4-FFF2-40B4-BE49-F238E27FC236}">
                <a16:creationId xmlns:a16="http://schemas.microsoft.com/office/drawing/2014/main" id="{C22A3040-8B62-6CFF-E875-84972502492E}"/>
              </a:ext>
            </a:extLst>
          </p:cNvPr>
          <p:cNvSpPr txBox="1"/>
          <p:nvPr/>
        </p:nvSpPr>
        <p:spPr>
          <a:xfrm>
            <a:off x="7505700" y="1955800"/>
            <a:ext cx="3238500" cy="1546577"/>
          </a:xfrm>
          <a:prstGeom prst="rect">
            <a:avLst/>
          </a:prstGeom>
          <a:noFill/>
        </p:spPr>
        <p:txBody>
          <a:bodyPr vert="horz" wrap="square" rtlCol="0">
            <a:spAutoFit/>
          </a:bodyPr>
          <a:lstStyle/>
          <a:p>
            <a:r>
              <a:rPr lang="vi-VN" sz="1050">
                <a:solidFill>
                  <a:srgbClr val="292521"/>
                </a:solidFill>
                <a:latin typeface="Segoe UI" panose="020B0502040204020203" pitchFamily="34" charset="0"/>
              </a:rPr>
              <a:t>• Cán bộ chuyên môn kiểm tra tính pháp lý và tính đầy đủ của nội dung hồ sơ.</a:t>
            </a:r>
          </a:p>
          <a:p>
            <a:endParaRPr lang="vi-VN" sz="1050">
              <a:solidFill>
                <a:srgbClr val="292521"/>
              </a:solidFill>
              <a:latin typeface="Segoe UI" panose="020B0502040204020203" pitchFamily="34" charset="0"/>
            </a:endParaRPr>
          </a:p>
          <a:p>
            <a:r>
              <a:rPr lang="vi-VN" sz="1050">
                <a:solidFill>
                  <a:srgbClr val="292521"/>
                </a:solidFill>
                <a:latin typeface="Segoe UI" panose="020B0502040204020203" pitchFamily="34" charset="0"/>
              </a:rPr>
              <a:t>• Thông qua kết nối kỹ thuật liên thông (API), cán bộ trực tiếp đối soát thông tin nhân thân, doanh nghiệp, hộ tịch từ các CSDL gốc của quốc gia.</a:t>
            </a:r>
          </a:p>
          <a:p>
            <a:endParaRPr lang="vi-VN" sz="1050">
              <a:solidFill>
                <a:srgbClr val="292521"/>
              </a:solidFill>
              <a:latin typeface="Segoe UI" panose="020B0502040204020203" pitchFamily="34" charset="0"/>
            </a:endParaRPr>
          </a:p>
          <a:p>
            <a:r>
              <a:rPr lang="vi-VN" sz="1050">
                <a:solidFill>
                  <a:srgbClr val="292521"/>
                </a:solidFill>
                <a:latin typeface="Segoe UI" panose="020B0502040204020203" pitchFamily="34" charset="0"/>
              </a:rPr>
              <a:t>• Không yêu cầu công dân phải chứng minh hoặc nộp bản sao giấy tờ đã có trong các CSDL quốc gia.</a:t>
            </a:r>
            <a:endParaRPr lang="en-US" sz="1050">
              <a:solidFill>
                <a:srgbClr val="292521"/>
              </a:solidFill>
              <a:latin typeface="Segoe UI" panose="020B0502040204020203" pitchFamily="34" charset="0"/>
            </a:endParaRPr>
          </a:p>
        </p:txBody>
      </p:sp>
    </p:spTree>
    <p:extLst>
      <p:ext uri="{BB962C8B-B14F-4D97-AF65-F5344CB8AC3E}">
        <p14:creationId xmlns:p14="http://schemas.microsoft.com/office/powerpoint/2010/main" val="799272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F9791-05D3-710C-8522-753FF95584B2}"/>
              </a:ext>
            </a:extLst>
          </p:cNvPr>
          <p:cNvSpPr>
            <a:spLocks noGrp="1"/>
          </p:cNvSpPr>
          <p:nvPr>
            <p:ph type="title"/>
          </p:nvPr>
        </p:nvSpPr>
        <p:spPr>
          <a:xfrm>
            <a:off x="444500" y="304800"/>
            <a:ext cx="10160000" cy="711200"/>
          </a:xfrm>
        </p:spPr>
        <p:txBody>
          <a:bodyPr>
            <a:normAutofit/>
          </a:bodyPr>
          <a:lstStyle/>
          <a:p>
            <a:r>
              <a:rPr lang="vi-VN" sz="2100">
                <a:solidFill>
                  <a:srgbClr val="2C2B7C"/>
                </a:solidFill>
                <a:latin typeface="Segoe UI" panose="020B0502040204020203" pitchFamily="34" charset="0"/>
              </a:rPr>
              <a:t>CHU TRÌNH XỬ LÝ HỒ SƠ KHÉP KÍN: BƯỚC 4 VÀ BƯỚC 5</a:t>
            </a:r>
            <a:endParaRPr lang="en-US" sz="2100">
              <a:solidFill>
                <a:srgbClr val="2C2B7C"/>
              </a:solidFill>
              <a:latin typeface="Segoe UI" panose="020B0502040204020203" pitchFamily="34" charset="0"/>
            </a:endParaRPr>
          </a:p>
        </p:txBody>
      </p:sp>
      <p:sp>
        <p:nvSpPr>
          <p:cNvPr id="3" name="Rectangle: Rounded Corners 2">
            <a:extLst>
              <a:ext uri="{FF2B5EF4-FFF2-40B4-BE49-F238E27FC236}">
                <a16:creationId xmlns:a16="http://schemas.microsoft.com/office/drawing/2014/main" id="{533D3F59-287E-8860-E65F-7B9C0D0792B3}"/>
              </a:ext>
            </a:extLst>
          </p:cNvPr>
          <p:cNvSpPr/>
          <p:nvPr/>
        </p:nvSpPr>
        <p:spPr>
          <a:xfrm>
            <a:off x="571500" y="1422400"/>
            <a:ext cx="4762500" cy="431800"/>
          </a:xfrm>
          <a:prstGeom prst="roundRect">
            <a:avLst/>
          </a:prstGeom>
          <a:solidFill>
            <a:srgbClr val="2C2B7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100" b="1">
                <a:solidFill>
                  <a:srgbClr val="FFFFFF"/>
                </a:solidFill>
                <a:latin typeface="Segoe UI" panose="020B0502040204020203" pitchFamily="34" charset="0"/>
              </a:rPr>
              <a:t>BƯỚC 4: TRÌNH DUYỆT &amp; KÝ SỐ KẾT QUẢ</a:t>
            </a:r>
            <a:endParaRPr lang="en-US" sz="1100" b="1">
              <a:solidFill>
                <a:srgbClr val="FFFFFF"/>
              </a:solidFill>
              <a:latin typeface="Segoe UI" panose="020B0502040204020203" pitchFamily="34" charset="0"/>
            </a:endParaRPr>
          </a:p>
        </p:txBody>
      </p:sp>
      <p:sp>
        <p:nvSpPr>
          <p:cNvPr id="4" name="TextBox 3">
            <a:extLst>
              <a:ext uri="{FF2B5EF4-FFF2-40B4-BE49-F238E27FC236}">
                <a16:creationId xmlns:a16="http://schemas.microsoft.com/office/drawing/2014/main" id="{70065697-05B6-E63D-1E5B-08F4B3A959F6}"/>
              </a:ext>
            </a:extLst>
          </p:cNvPr>
          <p:cNvSpPr txBox="1"/>
          <p:nvPr/>
        </p:nvSpPr>
        <p:spPr>
          <a:xfrm>
            <a:off x="571500" y="1955800"/>
            <a:ext cx="4762500" cy="1785104"/>
          </a:xfrm>
          <a:prstGeom prst="rect">
            <a:avLst/>
          </a:prstGeom>
          <a:noFill/>
        </p:spPr>
        <p:txBody>
          <a:bodyPr vert="horz" wrap="square" rtlCol="0">
            <a:spAutoFit/>
          </a:bodyPr>
          <a:lstStyle/>
          <a:p>
            <a:r>
              <a:rPr lang="vi-VN" sz="1100">
                <a:solidFill>
                  <a:srgbClr val="292521"/>
                </a:solidFill>
                <a:latin typeface="Segoe UI" panose="020B0502040204020203" pitchFamily="34" charset="0"/>
              </a:rPr>
              <a:t>• Dự thảo kết quả giải quyết TTHC (giấy phép, chứng chỉ, văn bản trả lời) được tạo lập hoàn toàn dưới dạng văn bản điện tử theo đúng mẫu chuẩn.</a:t>
            </a:r>
          </a:p>
          <a:p>
            <a:endParaRPr lang="vi-VN" sz="1100">
              <a:solidFill>
                <a:srgbClr val="292521"/>
              </a:solidFill>
              <a:latin typeface="Segoe UI" panose="020B0502040204020203" pitchFamily="34" charset="0"/>
            </a:endParaRPr>
          </a:p>
          <a:p>
            <a:r>
              <a:rPr lang="vi-VN" sz="1100">
                <a:solidFill>
                  <a:srgbClr val="292521"/>
                </a:solidFill>
                <a:latin typeface="Segoe UI" panose="020B0502040204020203" pitchFamily="34" charset="0"/>
              </a:rPr>
              <a:t>• Hồ sơ được trình trực tuyến lên lãnh đạo cơ quan hành chính.</a:t>
            </a:r>
          </a:p>
          <a:p>
            <a:endParaRPr lang="vi-VN" sz="1100">
              <a:solidFill>
                <a:srgbClr val="292521"/>
              </a:solidFill>
              <a:latin typeface="Segoe UI" panose="020B0502040204020203" pitchFamily="34" charset="0"/>
            </a:endParaRPr>
          </a:p>
          <a:p>
            <a:r>
              <a:rPr lang="vi-VN" sz="1100">
                <a:solidFill>
                  <a:srgbClr val="292521"/>
                </a:solidFill>
                <a:latin typeface="Segoe UI" panose="020B0502040204020203" pitchFamily="34" charset="0"/>
              </a:rPr>
              <a:t>• Lãnh đạo sử dụng Chữ ký số chuyên dùng công vụ (PKI) để ký số phê duyệt trên văn bản điện tử.</a:t>
            </a:r>
          </a:p>
          <a:p>
            <a:endParaRPr lang="vi-VN" sz="1100">
              <a:solidFill>
                <a:srgbClr val="292521"/>
              </a:solidFill>
              <a:latin typeface="Segoe UI" panose="020B0502040204020203" pitchFamily="34" charset="0"/>
            </a:endParaRPr>
          </a:p>
          <a:p>
            <a:r>
              <a:rPr lang="vi-VN" sz="1100">
                <a:solidFill>
                  <a:srgbClr val="292521"/>
                </a:solidFill>
                <a:latin typeface="Segoe UI" panose="020B0502040204020203" pitchFamily="34" charset="0"/>
              </a:rPr>
              <a:t>• Hệ thống tự động đóng dấu số của cơ quan và gắn mã QR xác thực tính toàn vẹn của tài liệu.</a:t>
            </a:r>
            <a:endParaRPr lang="en-US" sz="1100">
              <a:solidFill>
                <a:srgbClr val="292521"/>
              </a:solidFill>
              <a:latin typeface="Segoe UI" panose="020B0502040204020203" pitchFamily="34" charset="0"/>
            </a:endParaRPr>
          </a:p>
        </p:txBody>
      </p:sp>
      <p:sp>
        <p:nvSpPr>
          <p:cNvPr id="5" name="Rectangle: Rounded Corners 4">
            <a:extLst>
              <a:ext uri="{FF2B5EF4-FFF2-40B4-BE49-F238E27FC236}">
                <a16:creationId xmlns:a16="http://schemas.microsoft.com/office/drawing/2014/main" id="{B4F562C0-4BC2-F003-C9BC-AA85FFF36DA0}"/>
              </a:ext>
            </a:extLst>
          </p:cNvPr>
          <p:cNvSpPr/>
          <p:nvPr/>
        </p:nvSpPr>
        <p:spPr>
          <a:xfrm>
            <a:off x="5651500" y="1422400"/>
            <a:ext cx="4762500" cy="431800"/>
          </a:xfrm>
          <a:prstGeom prst="roundRect">
            <a:avLst/>
          </a:prstGeom>
          <a:solidFill>
            <a:srgbClr val="2C2B7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100" b="1">
                <a:solidFill>
                  <a:srgbClr val="FFFFFF"/>
                </a:solidFill>
                <a:latin typeface="Segoe UI" panose="020B0502040204020203" pitchFamily="34" charset="0"/>
              </a:rPr>
              <a:t>BƯỚC 5: TRẢ KẾT QUẢ &amp; LƯU TRỮ TÁI SỬ DỤNG</a:t>
            </a:r>
            <a:endParaRPr lang="en-US" sz="1100" b="1">
              <a:solidFill>
                <a:srgbClr val="FFFFFF"/>
              </a:solidFill>
              <a:latin typeface="Segoe UI" panose="020B0502040204020203" pitchFamily="34" charset="0"/>
            </a:endParaRPr>
          </a:p>
        </p:txBody>
      </p:sp>
      <p:sp>
        <p:nvSpPr>
          <p:cNvPr id="6" name="TextBox 5">
            <a:extLst>
              <a:ext uri="{FF2B5EF4-FFF2-40B4-BE49-F238E27FC236}">
                <a16:creationId xmlns:a16="http://schemas.microsoft.com/office/drawing/2014/main" id="{815542E2-8665-7E7F-B611-2DB0E30859C5}"/>
              </a:ext>
            </a:extLst>
          </p:cNvPr>
          <p:cNvSpPr txBox="1"/>
          <p:nvPr/>
        </p:nvSpPr>
        <p:spPr>
          <a:xfrm>
            <a:off x="5651500" y="1955800"/>
            <a:ext cx="4762500" cy="1384995"/>
          </a:xfrm>
          <a:prstGeom prst="rect">
            <a:avLst/>
          </a:prstGeom>
          <a:noFill/>
        </p:spPr>
        <p:txBody>
          <a:bodyPr vert="horz" wrap="square" rtlCol="0">
            <a:spAutoFit/>
          </a:bodyPr>
          <a:lstStyle/>
          <a:p>
            <a:r>
              <a:rPr lang="vi-VN" sz="1050">
                <a:solidFill>
                  <a:srgbClr val="292521"/>
                </a:solidFill>
                <a:latin typeface="Segoe UI" panose="020B0502040204020203" pitchFamily="34" charset="0"/>
              </a:rPr>
              <a:t>• Kết quả có ký số tự động gửi vào Kho dữ liệu điện tử của cá nhân, tổ chức trên Cổng dịch vụ công.</a:t>
            </a:r>
          </a:p>
          <a:p>
            <a:endParaRPr lang="vi-VN" sz="1050">
              <a:solidFill>
                <a:srgbClr val="292521"/>
              </a:solidFill>
              <a:latin typeface="Segoe UI" panose="020B0502040204020203" pitchFamily="34" charset="0"/>
            </a:endParaRPr>
          </a:p>
          <a:p>
            <a:r>
              <a:rPr lang="vi-VN" sz="1050">
                <a:solidFill>
                  <a:srgbClr val="292521"/>
                </a:solidFill>
                <a:latin typeface="Segoe UI" panose="020B0502040204020203" pitchFamily="34" charset="0"/>
              </a:rPr>
              <a:t>• Đồng thời gửi bản giấy qua bưu chính công ích đến tận địa chỉ người dân nếu có đăng ký.</a:t>
            </a:r>
          </a:p>
          <a:p>
            <a:endParaRPr lang="vi-VN" sz="1050">
              <a:solidFill>
                <a:srgbClr val="292521"/>
              </a:solidFill>
              <a:latin typeface="Segoe UI" panose="020B0502040204020203" pitchFamily="34" charset="0"/>
            </a:endParaRPr>
          </a:p>
          <a:p>
            <a:r>
              <a:rPr lang="vi-VN" sz="1050">
                <a:solidFill>
                  <a:srgbClr val="292521"/>
                </a:solidFill>
                <a:latin typeface="Segoe UI" panose="020B0502040204020203" pitchFamily="34" charset="0"/>
              </a:rPr>
              <a:t>• Kết quả được lưu trữ vĩnh viễn vào Kho dữ liệu số nhằm tái sử dụng trong các TTHC tiếp theo.</a:t>
            </a:r>
            <a:endParaRPr lang="en-US" sz="1050">
              <a:solidFill>
                <a:srgbClr val="292521"/>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43647A0E-E0DF-E035-BC32-00E3FC1C7995}"/>
              </a:ext>
            </a:extLst>
          </p:cNvPr>
          <p:cNvSpPr/>
          <p:nvPr/>
        </p:nvSpPr>
        <p:spPr>
          <a:xfrm>
            <a:off x="5651500" y="3835400"/>
            <a:ext cx="4762500" cy="1397000"/>
          </a:xfrm>
          <a:prstGeom prst="roundRect">
            <a:avLst/>
          </a:prstGeom>
          <a:solidFill>
            <a:srgbClr val="ECEEF4"/>
          </a:solidFill>
          <a:ln w="12700">
            <a:solidFill>
              <a:srgbClr val="2C2B7C"/>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lstStyle/>
          <a:p>
            <a:pPr algn="ctr"/>
            <a:r>
              <a:rPr lang="vi-VN" sz="1000" b="1">
                <a:solidFill>
                  <a:srgbClr val="2C2B7C"/>
                </a:solidFill>
                <a:latin typeface="Segoe UI" panose="020B0502040204020203" pitchFamily="34" charset="0"/>
              </a:rPr>
              <a:t>ĐỘT PHÁ CỦA CHU TRÌNH SỐ KHÉP KÍN:</a:t>
            </a:r>
          </a:p>
          <a:p>
            <a:pPr algn="ctr"/>
            <a:r>
              <a:rPr lang="vi-VN" sz="1000" b="1">
                <a:solidFill>
                  <a:srgbClr val="2C2B7C"/>
                </a:solidFill>
                <a:latin typeface="Segoe UI" panose="020B0502040204020203" pitchFamily="34" charset="0"/>
              </a:rPr>
              <a:t>[+] Cắt giảm tối đa sự tiếp xúc trực tiếp giữa công chức và công dân, triệt tiêu cơ hội phát sinh tiêu cực, nhũng nhiễu.</a:t>
            </a:r>
          </a:p>
          <a:p>
            <a:pPr algn="ctr"/>
            <a:r>
              <a:rPr lang="vi-VN" sz="1000" b="1">
                <a:solidFill>
                  <a:srgbClr val="2C2B7C"/>
                </a:solidFill>
                <a:latin typeface="Segoe UI" panose="020B0502040204020203" pitchFamily="34" charset="0"/>
              </a:rPr>
              <a:t>[+] Toàn bộ vết xử lý (thời gian, người thực hiện, ý kiến xử lý) được lưu vết minh bạch 100%, phục vụ giám sát công vụ.</a:t>
            </a:r>
            <a:endParaRPr lang="en-US" sz="1000" b="1">
              <a:solidFill>
                <a:srgbClr val="2C2B7C"/>
              </a:solidFill>
              <a:latin typeface="Segoe UI" panose="020B0502040204020203" pitchFamily="34" charset="0"/>
            </a:endParaRPr>
          </a:p>
        </p:txBody>
      </p:sp>
    </p:spTree>
    <p:extLst>
      <p:ext uri="{BB962C8B-B14F-4D97-AF65-F5344CB8AC3E}">
        <p14:creationId xmlns:p14="http://schemas.microsoft.com/office/powerpoint/2010/main" val="22258572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421A2-B7F0-3011-E634-A2A3183AF3D1}"/>
              </a:ext>
            </a:extLst>
          </p:cNvPr>
          <p:cNvSpPr>
            <a:spLocks noGrp="1"/>
          </p:cNvSpPr>
          <p:nvPr>
            <p:ph type="ctrTitle"/>
          </p:nvPr>
        </p:nvSpPr>
        <p:spPr>
          <a:xfrm>
            <a:off x="508000" y="1468438"/>
            <a:ext cx="10922000" cy="2387600"/>
          </a:xfrm>
        </p:spPr>
        <p:txBody>
          <a:bodyPr>
            <a:normAutofit/>
          </a:bodyPr>
          <a:lstStyle/>
          <a:p>
            <a:r>
              <a:rPr lang="en-US" sz="2800" dirty="0">
                <a:solidFill>
                  <a:srgbClr val="FFFFFF"/>
                </a:solidFill>
                <a:latin typeface="Segoe UI" panose="020B0502040204020203" pitchFamily="34" charset="0"/>
              </a:rPr>
              <a:t>PHẦN III</a:t>
            </a:r>
            <a:br>
              <a:rPr lang="en-US" sz="2800" dirty="0">
                <a:solidFill>
                  <a:srgbClr val="FFFFFF"/>
                </a:solidFill>
                <a:latin typeface="Segoe UI" panose="020B0502040204020203" pitchFamily="34" charset="0"/>
              </a:rPr>
            </a:br>
            <a:r>
              <a:rPr lang="en-US" sz="2800" dirty="0">
                <a:solidFill>
                  <a:srgbClr val="FFFFFF"/>
                </a:solidFill>
                <a:latin typeface="Segoe UI" panose="020B0502040204020203" pitchFamily="34" charset="0"/>
              </a:rPr>
              <a:t>PHÂN LOẠI CÁC MỨC ĐỘ DỊCH VỤ CÔNG TRỰC TUYẾN</a:t>
            </a:r>
          </a:p>
        </p:txBody>
      </p:sp>
      <p:sp>
        <p:nvSpPr>
          <p:cNvPr id="4" name="Rectangle: Rounded Corners 3">
            <a:extLst>
              <a:ext uri="{FF2B5EF4-FFF2-40B4-BE49-F238E27FC236}">
                <a16:creationId xmlns:a16="http://schemas.microsoft.com/office/drawing/2014/main" id="{2C3B221D-51EB-5EEC-B582-13FB64E0B119}"/>
              </a:ext>
            </a:extLst>
          </p:cNvPr>
          <p:cNvSpPr/>
          <p:nvPr/>
        </p:nvSpPr>
        <p:spPr>
          <a:xfrm>
            <a:off x="2667000" y="3952240"/>
            <a:ext cx="6604000" cy="431800"/>
          </a:xfrm>
          <a:prstGeom prst="roundRect">
            <a:avLst/>
          </a:prstGeom>
          <a:solidFill>
            <a:srgbClr val="ED1C2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a:solidFill>
                  <a:srgbClr val="FFFFFF"/>
                </a:solidFill>
                <a:latin typeface="Segoe UI" panose="020B0502040204020203" pitchFamily="34" charset="0"/>
              </a:rPr>
              <a:t>ĐỔI MỚI CĂN BẢN THEO NGHỊ ĐỊNH SỐ 42/2022/NĐ-CP CỦA CHÍNH PHỦ</a:t>
            </a:r>
          </a:p>
        </p:txBody>
      </p:sp>
    </p:spTree>
    <p:extLst>
      <p:ext uri="{BB962C8B-B14F-4D97-AF65-F5344CB8AC3E}">
        <p14:creationId xmlns:p14="http://schemas.microsoft.com/office/powerpoint/2010/main" val="7034148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F4F2A-ADE8-2BE1-9239-91AA2F200F61}"/>
              </a:ext>
            </a:extLst>
          </p:cNvPr>
          <p:cNvSpPr>
            <a:spLocks noGrp="1"/>
          </p:cNvSpPr>
          <p:nvPr>
            <p:ph type="title"/>
          </p:nvPr>
        </p:nvSpPr>
        <p:spPr>
          <a:xfrm>
            <a:off x="444500" y="304800"/>
            <a:ext cx="10160000" cy="711200"/>
          </a:xfrm>
        </p:spPr>
        <p:txBody>
          <a:bodyPr>
            <a:normAutofit/>
          </a:bodyPr>
          <a:lstStyle/>
          <a:p>
            <a:r>
              <a:rPr lang="vi-VN" sz="2100">
                <a:solidFill>
                  <a:srgbClr val="2C2B7C"/>
                </a:solidFill>
                <a:latin typeface="Segoe UI" panose="020B0502040204020203" pitchFamily="34" charset="0"/>
              </a:rPr>
              <a:t>CHUYỂN ĐỔI MÔ HÌNH: TỪ THÔNG TƯ 32 SANG NGHỊ ĐỊNH 42</a:t>
            </a:r>
            <a:endParaRPr lang="en-US" sz="2100">
              <a:solidFill>
                <a:srgbClr val="2C2B7C"/>
              </a:solidFill>
              <a:latin typeface="Segoe UI" panose="020B0502040204020203" pitchFamily="34" charset="0"/>
            </a:endParaRPr>
          </a:p>
        </p:txBody>
      </p:sp>
      <p:sp>
        <p:nvSpPr>
          <p:cNvPr id="3" name="Rectangle: Rounded Corners 2">
            <a:extLst>
              <a:ext uri="{FF2B5EF4-FFF2-40B4-BE49-F238E27FC236}">
                <a16:creationId xmlns:a16="http://schemas.microsoft.com/office/drawing/2014/main" id="{8ABE9D3F-986B-C6BB-39FF-A82355BE774E}"/>
              </a:ext>
            </a:extLst>
          </p:cNvPr>
          <p:cNvSpPr/>
          <p:nvPr/>
        </p:nvSpPr>
        <p:spPr>
          <a:xfrm>
            <a:off x="571500" y="1422400"/>
            <a:ext cx="4762500" cy="533400"/>
          </a:xfrm>
          <a:prstGeom prst="roundRect">
            <a:avLst/>
          </a:prstGeom>
          <a:solidFill>
            <a:srgbClr val="ED1C29"/>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050" b="1">
                <a:solidFill>
                  <a:srgbClr val="FFFFFF"/>
                </a:solidFill>
                <a:latin typeface="Segoe UI" panose="020B0502040204020203" pitchFamily="34" charset="0"/>
              </a:rPr>
              <a:t>MÔ HÌNH CŨ (THÔNG TƯ 32/2017/TT-BTTTT)</a:t>
            </a:r>
          </a:p>
          <a:p>
            <a:pPr algn="ctr"/>
            <a:r>
              <a:rPr lang="vi-VN" sz="1050" b="1">
                <a:solidFill>
                  <a:srgbClr val="FFFFFF"/>
                </a:solidFill>
                <a:latin typeface="Segoe UI" panose="020B0502040204020203" pitchFamily="34" charset="0"/>
              </a:rPr>
              <a:t>PHÂN CHIA THÀNH 4 MỨC ĐỘ (MỨC 1 - 4)</a:t>
            </a:r>
            <a:endParaRPr lang="en-US" sz="1050" b="1">
              <a:solidFill>
                <a:srgbClr val="FFFFFF"/>
              </a:solidFill>
              <a:latin typeface="Segoe UI" panose="020B0502040204020203" pitchFamily="34" charset="0"/>
            </a:endParaRPr>
          </a:p>
        </p:txBody>
      </p:sp>
      <p:sp>
        <p:nvSpPr>
          <p:cNvPr id="4" name="TextBox 3">
            <a:extLst>
              <a:ext uri="{FF2B5EF4-FFF2-40B4-BE49-F238E27FC236}">
                <a16:creationId xmlns:a16="http://schemas.microsoft.com/office/drawing/2014/main" id="{D3ADBA56-44F3-77F3-86C6-4AB4845181FD}"/>
              </a:ext>
            </a:extLst>
          </p:cNvPr>
          <p:cNvSpPr txBox="1"/>
          <p:nvPr/>
        </p:nvSpPr>
        <p:spPr>
          <a:xfrm>
            <a:off x="571500" y="2057400"/>
            <a:ext cx="4762500" cy="1869743"/>
          </a:xfrm>
          <a:prstGeom prst="rect">
            <a:avLst/>
          </a:prstGeom>
          <a:noFill/>
        </p:spPr>
        <p:txBody>
          <a:bodyPr vert="horz" wrap="square" rtlCol="0">
            <a:spAutoFit/>
          </a:bodyPr>
          <a:lstStyle/>
          <a:p>
            <a:r>
              <a:rPr lang="vi-VN" sz="1050">
                <a:solidFill>
                  <a:srgbClr val="292521"/>
                </a:solidFill>
                <a:latin typeface="Segoe UI" panose="020B0502040204020203" pitchFamily="34" charset="0"/>
              </a:rPr>
              <a:t>• Mức độ 1: Cung cấp thông tin thủ tục và biểu mẫu.</a:t>
            </a:r>
          </a:p>
          <a:p>
            <a:r>
              <a:rPr lang="vi-VN" sz="1050">
                <a:solidFill>
                  <a:srgbClr val="292521"/>
                </a:solidFill>
                <a:latin typeface="Segoe UI" panose="020B0502040204020203" pitchFamily="34" charset="0"/>
              </a:rPr>
              <a:t>• Mức độ 2: Cho phép tải biểu mẫu về kê khai.</a:t>
            </a:r>
          </a:p>
          <a:p>
            <a:r>
              <a:rPr lang="vi-VN" sz="1050">
                <a:solidFill>
                  <a:srgbClr val="292521"/>
                </a:solidFill>
                <a:latin typeface="Segoe UI" panose="020B0502040204020203" pitchFamily="34" charset="0"/>
              </a:rPr>
              <a:t>• Mức độ 3: Cho phép nộp hồ sơ trực tuyến qua mạng.</a:t>
            </a:r>
          </a:p>
          <a:p>
            <a:r>
              <a:rPr lang="vi-VN" sz="1050">
                <a:solidFill>
                  <a:srgbClr val="292521"/>
                </a:solidFill>
                <a:latin typeface="Segoe UI" panose="020B0502040204020203" pitchFamily="34" charset="0"/>
              </a:rPr>
              <a:t>• Mức độ 4: Tích hợp thanh toán và trả kết quả qua mạng.</a:t>
            </a:r>
          </a:p>
          <a:p>
            <a:endParaRPr lang="vi-VN" sz="1050">
              <a:solidFill>
                <a:srgbClr val="292521"/>
              </a:solidFill>
              <a:latin typeface="Segoe UI" panose="020B0502040204020203" pitchFamily="34" charset="0"/>
            </a:endParaRPr>
          </a:p>
          <a:p>
            <a:r>
              <a:rPr lang="vi-VN" sz="1050">
                <a:solidFill>
                  <a:srgbClr val="292521"/>
                </a:solidFill>
                <a:latin typeface="Segoe UI" panose="020B0502040204020203" pitchFamily="34" charset="0"/>
              </a:rPr>
              <a:t>HẠN CHẾ CỐT LÕI CỦA CÁCH PHÂN LOẠI CŨ:</a:t>
            </a:r>
          </a:p>
          <a:p>
            <a:r>
              <a:rPr lang="vi-VN" sz="1050">
                <a:solidFill>
                  <a:srgbClr val="292521"/>
                </a:solidFill>
                <a:latin typeface="Segoe UI" panose="020B0502040204020203" pitchFamily="34" charset="0"/>
              </a:rPr>
              <a:t>[-] Mang nặng tính phân loại kỹ thuật, rườm rà, chạy theo số lượng hình thức.</a:t>
            </a:r>
          </a:p>
          <a:p>
            <a:r>
              <a:rPr lang="vi-VN" sz="1050">
                <a:solidFill>
                  <a:srgbClr val="292521"/>
                </a:solidFill>
                <a:latin typeface="Segoe UI" panose="020B0502040204020203" pitchFamily="34" charset="0"/>
              </a:rPr>
              <a:t>[-] Không phản ánh thực chất việc người dân có còn phải đến trụ sở cơ quan nhà nước hay không.</a:t>
            </a:r>
          </a:p>
          <a:p>
            <a:r>
              <a:rPr lang="vi-VN" sz="1050">
                <a:solidFill>
                  <a:srgbClr val="292521"/>
                </a:solidFill>
                <a:latin typeface="Segoe UI" panose="020B0502040204020203" pitchFamily="34" charset="0"/>
              </a:rPr>
              <a:t>[-] Nhiều dịch vụ được báo cáo đạt 'Mức 3, Mức 4' nhưng công dân vẫn bắt buộc phải đi lại nộp giấy tờ gốc hoặc nhận bản cứng.</a:t>
            </a:r>
            <a:endParaRPr lang="en-US" sz="1050">
              <a:solidFill>
                <a:srgbClr val="292521"/>
              </a:solidFill>
              <a:latin typeface="Segoe UI" panose="020B0502040204020203" pitchFamily="34" charset="0"/>
            </a:endParaRPr>
          </a:p>
        </p:txBody>
      </p:sp>
      <p:sp>
        <p:nvSpPr>
          <p:cNvPr id="5" name="Rectangle: Rounded Corners 4">
            <a:extLst>
              <a:ext uri="{FF2B5EF4-FFF2-40B4-BE49-F238E27FC236}">
                <a16:creationId xmlns:a16="http://schemas.microsoft.com/office/drawing/2014/main" id="{AA85DC38-EC31-B998-F0DC-A0A576B5564C}"/>
              </a:ext>
            </a:extLst>
          </p:cNvPr>
          <p:cNvSpPr/>
          <p:nvPr/>
        </p:nvSpPr>
        <p:spPr>
          <a:xfrm>
            <a:off x="5651500" y="1422400"/>
            <a:ext cx="4762500" cy="533400"/>
          </a:xfrm>
          <a:prstGeom prst="roundRect">
            <a:avLst/>
          </a:prstGeom>
          <a:solidFill>
            <a:srgbClr val="2C2B7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b="1">
                <a:solidFill>
                  <a:srgbClr val="FFFFFF"/>
                </a:solidFill>
                <a:latin typeface="Segoe UI" panose="020B0502040204020203" pitchFamily="34" charset="0"/>
              </a:rPr>
              <a:t>MÔ HÌNH ĐỔI MỚI (NGHỊ ĐỊNH 42/2022/NĐ-CP)</a:t>
            </a:r>
          </a:p>
          <a:p>
            <a:pPr algn="ctr"/>
            <a:r>
              <a:rPr lang="en-US" sz="1050" b="1">
                <a:solidFill>
                  <a:srgbClr val="FFFFFF"/>
                </a:solidFill>
                <a:latin typeface="Segoe UI" panose="020B0502040204020203" pitchFamily="34" charset="0"/>
              </a:rPr>
              <a:t>TINH GIẢN THÀNH 02 MỨC ĐỘ DUY NHẤT</a:t>
            </a:r>
          </a:p>
        </p:txBody>
      </p:sp>
      <p:sp>
        <p:nvSpPr>
          <p:cNvPr id="6" name="TextBox 5">
            <a:extLst>
              <a:ext uri="{FF2B5EF4-FFF2-40B4-BE49-F238E27FC236}">
                <a16:creationId xmlns:a16="http://schemas.microsoft.com/office/drawing/2014/main" id="{E1D6570F-4E54-DA46-FDCA-8E26ED076695}"/>
              </a:ext>
            </a:extLst>
          </p:cNvPr>
          <p:cNvSpPr txBox="1"/>
          <p:nvPr/>
        </p:nvSpPr>
        <p:spPr>
          <a:xfrm>
            <a:off x="5651500" y="2057400"/>
            <a:ext cx="4762500" cy="1869743"/>
          </a:xfrm>
          <a:prstGeom prst="rect">
            <a:avLst/>
          </a:prstGeom>
          <a:noFill/>
        </p:spPr>
        <p:txBody>
          <a:bodyPr vert="horz" wrap="square" rtlCol="0">
            <a:spAutoFit/>
          </a:bodyPr>
          <a:lstStyle/>
          <a:p>
            <a:r>
              <a:rPr lang="vi-VN" sz="1050">
                <a:solidFill>
                  <a:srgbClr val="2C2B7C"/>
                </a:solidFill>
                <a:latin typeface="Segoe UI" panose="020B0502040204020203" pitchFamily="34" charset="0"/>
              </a:rPr>
              <a:t>[1] DỊCH VỤ CÔNG TRỰC TUYẾN MỘT PHẦN:</a:t>
            </a:r>
          </a:p>
          <a:p>
            <a:r>
              <a:rPr lang="vi-VN" sz="1050">
                <a:solidFill>
                  <a:srgbClr val="2C2B7C"/>
                </a:solidFill>
                <a:latin typeface="Segoe UI" panose="020B0502040204020203" pitchFamily="34" charset="0"/>
              </a:rPr>
              <a:t>Chưa đáp ứng đầy đủ tiêu chí toàn trình; trong quy trình vẫn còn ít nhất một khâu bắt buộc có sự hiện diện của người dân hoặc luân chuyển hồ sơ giấy.</a:t>
            </a:r>
          </a:p>
          <a:p>
            <a:endParaRPr lang="vi-VN" sz="1050">
              <a:solidFill>
                <a:srgbClr val="2C2B7C"/>
              </a:solidFill>
              <a:latin typeface="Segoe UI" panose="020B0502040204020203" pitchFamily="34" charset="0"/>
            </a:endParaRPr>
          </a:p>
          <a:p>
            <a:r>
              <a:rPr lang="vi-VN" sz="1050">
                <a:solidFill>
                  <a:srgbClr val="2C2B7C"/>
                </a:solidFill>
                <a:latin typeface="Segoe UI" panose="020B0502040204020203" pitchFamily="34" charset="0"/>
              </a:rPr>
              <a:t>[2] DỊCH VỤ CÔNG TRỰC TUYẾN TOÀN TRÌNH:</a:t>
            </a:r>
          </a:p>
          <a:p>
            <a:r>
              <a:rPr lang="vi-VN" sz="1050">
                <a:solidFill>
                  <a:srgbClr val="2C2B7C"/>
                </a:solidFill>
                <a:latin typeface="Segoe UI" panose="020B0502040204020203" pitchFamily="34" charset="0"/>
              </a:rPr>
              <a:t>Toàn bộ quy trình giải quyết TTHC (từ nộp hồ sơ, xác minh, nghĩa vụ tài chính đến trả kết quả) được cung cấp và xử lý 100% trên môi trường mạng.</a:t>
            </a:r>
          </a:p>
          <a:p>
            <a:endParaRPr lang="vi-VN" sz="1050">
              <a:solidFill>
                <a:srgbClr val="2C2B7C"/>
              </a:solidFill>
              <a:latin typeface="Segoe UI" panose="020B0502040204020203" pitchFamily="34" charset="0"/>
            </a:endParaRPr>
          </a:p>
          <a:p>
            <a:r>
              <a:rPr lang="vi-VN" sz="1050">
                <a:solidFill>
                  <a:srgbClr val="2C2B7C"/>
                </a:solidFill>
                <a:latin typeface="Segoe UI" panose="020B0502040204020203" pitchFamily="34" charset="0"/>
              </a:rPr>
              <a:t>THƯỚC ĐO CỐT LÕI ĐỔI MỚI:</a:t>
            </a:r>
          </a:p>
          <a:p>
            <a:r>
              <a:rPr lang="vi-VN" sz="1050">
                <a:solidFill>
                  <a:srgbClr val="2C2B7C"/>
                </a:solidFill>
                <a:latin typeface="Segoe UI" panose="020B0502040204020203" pitchFamily="34" charset="0"/>
              </a:rPr>
              <a:t>[+] Lấy mức độ cắt giảm sự hiện diện vật lý của người dân tại cơ quan nhà nước làm tiêu chuẩn đánh giá thực chất cải cách hành chính.</a:t>
            </a:r>
            <a:endParaRPr lang="en-US" sz="1050">
              <a:solidFill>
                <a:srgbClr val="2C2B7C"/>
              </a:solidFill>
              <a:latin typeface="Segoe UI" panose="020B0502040204020203" pitchFamily="34" charset="0"/>
            </a:endParaRPr>
          </a:p>
        </p:txBody>
      </p:sp>
    </p:spTree>
    <p:extLst>
      <p:ext uri="{BB962C8B-B14F-4D97-AF65-F5344CB8AC3E}">
        <p14:creationId xmlns:p14="http://schemas.microsoft.com/office/powerpoint/2010/main" val="5449152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69E21-E8D3-E3A6-D768-E5346ED16D9C}"/>
              </a:ext>
            </a:extLst>
          </p:cNvPr>
          <p:cNvSpPr>
            <a:spLocks noGrp="1"/>
          </p:cNvSpPr>
          <p:nvPr>
            <p:ph type="title"/>
          </p:nvPr>
        </p:nvSpPr>
        <p:spPr>
          <a:xfrm>
            <a:off x="444500" y="304800"/>
            <a:ext cx="10160000" cy="711200"/>
          </a:xfrm>
        </p:spPr>
        <p:txBody>
          <a:bodyPr>
            <a:normAutofit/>
          </a:bodyPr>
          <a:lstStyle/>
          <a:p>
            <a:r>
              <a:rPr lang="en-US" sz="2100">
                <a:solidFill>
                  <a:srgbClr val="2C2B7C"/>
                </a:solidFill>
                <a:latin typeface="Segoe UI" panose="020B0502040204020203" pitchFamily="34" charset="0"/>
              </a:rPr>
              <a:t>ĐỐI CHIẾU DVC MỘT PHẦN VÀ TOÀN TRÌNH (PHẦN 1: QUY TRÌNH &amp; THỤ LÝ)</a:t>
            </a:r>
          </a:p>
        </p:txBody>
      </p:sp>
      <p:graphicFrame>
        <p:nvGraphicFramePr>
          <p:cNvPr id="3" name="Table 2">
            <a:extLst>
              <a:ext uri="{FF2B5EF4-FFF2-40B4-BE49-F238E27FC236}">
                <a16:creationId xmlns:a16="http://schemas.microsoft.com/office/drawing/2014/main" id="{F20252A8-5883-646B-8A69-36BB8595B1BB}"/>
              </a:ext>
            </a:extLst>
          </p:cNvPr>
          <p:cNvGraphicFramePr>
            <a:graphicFrameLocks noGrp="1"/>
          </p:cNvGraphicFramePr>
          <p:nvPr>
            <p:extLst>
              <p:ext uri="{D42A27DB-BD31-4B8C-83A1-F6EECF244321}">
                <p14:modId xmlns:p14="http://schemas.microsoft.com/office/powerpoint/2010/main" val="1635773517"/>
              </p:ext>
            </p:extLst>
          </p:nvPr>
        </p:nvGraphicFramePr>
        <p:xfrm>
          <a:off x="571500" y="1422400"/>
          <a:ext cx="10033000" cy="3238500"/>
        </p:xfrm>
        <a:graphic>
          <a:graphicData uri="http://schemas.openxmlformats.org/drawingml/2006/table">
            <a:tbl>
              <a:tblPr firstRow="1" bandRow="1">
                <a:tableStyleId>{5C22544A-7EE6-4342-B048-85BDC9FD1C3A}</a:tableStyleId>
              </a:tblPr>
              <a:tblGrid>
                <a:gridCol w="1905000">
                  <a:extLst>
                    <a:ext uri="{9D8B030D-6E8A-4147-A177-3AD203B41FA5}">
                      <a16:colId xmlns:a16="http://schemas.microsoft.com/office/drawing/2014/main" val="1240889243"/>
                    </a:ext>
                  </a:extLst>
                </a:gridCol>
                <a:gridCol w="4064000">
                  <a:extLst>
                    <a:ext uri="{9D8B030D-6E8A-4147-A177-3AD203B41FA5}">
                      <a16:colId xmlns:a16="http://schemas.microsoft.com/office/drawing/2014/main" val="788094201"/>
                    </a:ext>
                  </a:extLst>
                </a:gridCol>
                <a:gridCol w="4064000">
                  <a:extLst>
                    <a:ext uri="{9D8B030D-6E8A-4147-A177-3AD203B41FA5}">
                      <a16:colId xmlns:a16="http://schemas.microsoft.com/office/drawing/2014/main" val="2830636040"/>
                    </a:ext>
                  </a:extLst>
                </a:gridCol>
              </a:tblGrid>
              <a:tr h="381000">
                <a:tc>
                  <a:txBody>
                    <a:bodyPr/>
                    <a:lstStyle/>
                    <a:p>
                      <a:r>
                        <a:rPr lang="en-US" sz="1050" b="1">
                          <a:solidFill>
                            <a:srgbClr val="FFFFFF"/>
                          </a:solidFill>
                          <a:latin typeface="Segoe UI" panose="020B0502040204020203" pitchFamily="34" charset="0"/>
                        </a:rPr>
                        <a:t>TIÊU CHÍ SO SÁNH</a:t>
                      </a:r>
                    </a:p>
                  </a:txBody>
                  <a:tcPr>
                    <a:solidFill>
                      <a:srgbClr val="2C2B7C"/>
                    </a:solidFill>
                  </a:tcPr>
                </a:tc>
                <a:tc>
                  <a:txBody>
                    <a:bodyPr/>
                    <a:lstStyle/>
                    <a:p>
                      <a:r>
                        <a:rPr lang="en-US" sz="1050" b="1">
                          <a:solidFill>
                            <a:srgbClr val="FFFFFF"/>
                          </a:solidFill>
                          <a:latin typeface="Segoe UI" panose="020B0502040204020203" pitchFamily="34" charset="0"/>
                        </a:rPr>
                        <a:t>DVC TRỰC TUYẾN MỘT PHẦN</a:t>
                      </a:r>
                    </a:p>
                  </a:txBody>
                  <a:tcPr>
                    <a:solidFill>
                      <a:srgbClr val="2C2B7C"/>
                    </a:solidFill>
                  </a:tcPr>
                </a:tc>
                <a:tc>
                  <a:txBody>
                    <a:bodyPr/>
                    <a:lstStyle/>
                    <a:p>
                      <a:r>
                        <a:rPr lang="en-US" sz="1050" b="1">
                          <a:solidFill>
                            <a:srgbClr val="FFFFFF"/>
                          </a:solidFill>
                          <a:latin typeface="Segoe UI" panose="020B0502040204020203" pitchFamily="34" charset="0"/>
                        </a:rPr>
                        <a:t>DVC TRỰC TUYẾN TOÀN TRÌNH</a:t>
                      </a:r>
                    </a:p>
                  </a:txBody>
                  <a:tcPr>
                    <a:solidFill>
                      <a:srgbClr val="2C2B7C"/>
                    </a:solidFill>
                  </a:tcPr>
                </a:tc>
                <a:extLst>
                  <a:ext uri="{0D108BD9-81ED-4DB2-BD59-A6C34878D82A}">
                    <a16:rowId xmlns:a16="http://schemas.microsoft.com/office/drawing/2014/main" val="3944075993"/>
                  </a:ext>
                </a:extLst>
              </a:tr>
              <a:tr h="952500">
                <a:tc>
                  <a:txBody>
                    <a:bodyPr/>
                    <a:lstStyle/>
                    <a:p>
                      <a:r>
                        <a:rPr lang="en-US" sz="950" b="1">
                          <a:solidFill>
                            <a:srgbClr val="2C2B7C"/>
                          </a:solidFill>
                          <a:latin typeface="Segoe UI" panose="020B0502040204020203" pitchFamily="34" charset="0"/>
                        </a:rPr>
                        <a:t>Bản chất quy trình</a:t>
                      </a:r>
                    </a:p>
                  </a:txBody>
                  <a:tcPr>
                    <a:solidFill>
                      <a:srgbClr val="ECEEF4"/>
                    </a:solidFill>
                  </a:tcPr>
                </a:tc>
                <a:tc>
                  <a:txBody>
                    <a:bodyPr/>
                    <a:lstStyle/>
                    <a:p>
                      <a:r>
                        <a:rPr lang="vi-VN" sz="950">
                          <a:solidFill>
                            <a:srgbClr val="292521"/>
                          </a:solidFill>
                          <a:latin typeface="Segoe UI" panose="020B0502040204020203" pitchFamily="34" charset="0"/>
                        </a:rPr>
                        <a:t>Chưa đáp ứng được toàn bộ các tiêu chí toàn trình. Trong quy trình giải quyết vẫn còn ít nhất một khâu bắt buộc có sự hiện diện trực tiếp của người dân hoặc cần luân chuyển hồ sơ giấy tờ gốc.</a:t>
                      </a:r>
                      <a:endParaRPr lang="en-US" sz="950">
                        <a:solidFill>
                          <a:srgbClr val="292521"/>
                        </a:solidFill>
                        <a:latin typeface="Segoe UI" panose="020B0502040204020203" pitchFamily="34" charset="0"/>
                      </a:endParaRPr>
                    </a:p>
                  </a:txBody>
                  <a:tcPr>
                    <a:solidFill>
                      <a:srgbClr val="FAF9F8"/>
                    </a:solidFill>
                  </a:tcPr>
                </a:tc>
                <a:tc>
                  <a:txBody>
                    <a:bodyPr/>
                    <a:lstStyle/>
                    <a:p>
                      <a:r>
                        <a:rPr lang="vi-VN" sz="950">
                          <a:solidFill>
                            <a:srgbClr val="292521"/>
                          </a:solidFill>
                          <a:latin typeface="Segoe UI" panose="020B0502040204020203" pitchFamily="34" charset="0"/>
                        </a:rPr>
                        <a:t>Toàn bộ quy trình giải quyết thủ tục hành chính, từ khâu nộp hồ sơ, xác minh, thực hiện nghĩa vụ tài chính cho đến trả kết quả đều được cung cấp và xử lý hoàn toàn 100% trên môi trường mạng.</a:t>
                      </a:r>
                      <a:endParaRPr lang="en-US" sz="950">
                        <a:solidFill>
                          <a:srgbClr val="292521"/>
                        </a:solidFill>
                        <a:latin typeface="Segoe UI" panose="020B0502040204020203" pitchFamily="34" charset="0"/>
                      </a:endParaRPr>
                    </a:p>
                  </a:txBody>
                  <a:tcPr>
                    <a:solidFill>
                      <a:srgbClr val="FAF9F8"/>
                    </a:solidFill>
                  </a:tcPr>
                </a:tc>
                <a:extLst>
                  <a:ext uri="{0D108BD9-81ED-4DB2-BD59-A6C34878D82A}">
                    <a16:rowId xmlns:a16="http://schemas.microsoft.com/office/drawing/2014/main" val="3823323543"/>
                  </a:ext>
                </a:extLst>
              </a:tr>
              <a:tr h="952500">
                <a:tc>
                  <a:txBody>
                    <a:bodyPr/>
                    <a:lstStyle/>
                    <a:p>
                      <a:r>
                        <a:rPr lang="vi-VN" sz="950" b="1">
                          <a:solidFill>
                            <a:srgbClr val="2C2B7C"/>
                          </a:solidFill>
                          <a:latin typeface="Segoe UI" panose="020B0502040204020203" pitchFamily="34" charset="0"/>
                        </a:rPr>
                        <a:t>Hình thức nộp hồ sơ</a:t>
                      </a:r>
                      <a:endParaRPr lang="en-US" sz="950" b="1">
                        <a:solidFill>
                          <a:srgbClr val="2C2B7C"/>
                        </a:solidFill>
                        <a:latin typeface="Segoe UI" panose="020B0502040204020203" pitchFamily="34" charset="0"/>
                      </a:endParaRPr>
                    </a:p>
                  </a:txBody>
                  <a:tcPr>
                    <a:solidFill>
                      <a:srgbClr val="ECEEF4"/>
                    </a:solidFill>
                  </a:tcPr>
                </a:tc>
                <a:tc>
                  <a:txBody>
                    <a:bodyPr/>
                    <a:lstStyle/>
                    <a:p>
                      <a:r>
                        <a:rPr lang="vi-VN" sz="950">
                          <a:solidFill>
                            <a:srgbClr val="292521"/>
                          </a:solidFill>
                          <a:latin typeface="Segoe UI" panose="020B0502040204020203" pitchFamily="34" charset="0"/>
                        </a:rPr>
                        <a:t>Người dân có thể kê khai trực tuyến, nhưng vẫn phải mang hồ sơ giấy tờ gốc đến nộp hoặc đối chiếu trực tiếp tại Bộ phận Một cửa của cơ quan hành chính.</a:t>
                      </a:r>
                      <a:endParaRPr lang="en-US" sz="950">
                        <a:solidFill>
                          <a:srgbClr val="292521"/>
                        </a:solidFill>
                        <a:latin typeface="Segoe UI" panose="020B0502040204020203" pitchFamily="34" charset="0"/>
                      </a:endParaRPr>
                    </a:p>
                  </a:txBody>
                  <a:tcPr>
                    <a:solidFill>
                      <a:srgbClr val="FFFFFF"/>
                    </a:solidFill>
                  </a:tcPr>
                </a:tc>
                <a:tc>
                  <a:txBody>
                    <a:bodyPr/>
                    <a:lstStyle/>
                    <a:p>
                      <a:r>
                        <a:rPr lang="vi-VN" sz="950">
                          <a:solidFill>
                            <a:srgbClr val="292521"/>
                          </a:solidFill>
                          <a:latin typeface="Segoe UI" panose="020B0502040204020203" pitchFamily="34" charset="0"/>
                        </a:rPr>
                        <a:t>Nộp hồ sơ hoàn toàn trực tuyến bằng văn bản điện tử; các trường thông tin cơ bản được tự động điền (auto-fill) từ tài khoản định danh điện tử VNeID.</a:t>
                      </a:r>
                      <a:endParaRPr lang="en-US" sz="950">
                        <a:solidFill>
                          <a:srgbClr val="292521"/>
                        </a:solidFill>
                        <a:latin typeface="Segoe UI" panose="020B0502040204020203" pitchFamily="34" charset="0"/>
                      </a:endParaRPr>
                    </a:p>
                  </a:txBody>
                  <a:tcPr>
                    <a:solidFill>
                      <a:srgbClr val="FFFFFF"/>
                    </a:solidFill>
                  </a:tcPr>
                </a:tc>
                <a:extLst>
                  <a:ext uri="{0D108BD9-81ED-4DB2-BD59-A6C34878D82A}">
                    <a16:rowId xmlns:a16="http://schemas.microsoft.com/office/drawing/2014/main" val="648640128"/>
                  </a:ext>
                </a:extLst>
              </a:tr>
              <a:tr h="952500">
                <a:tc>
                  <a:txBody>
                    <a:bodyPr/>
                    <a:lstStyle/>
                    <a:p>
                      <a:r>
                        <a:rPr lang="vi-VN" sz="950" b="1">
                          <a:solidFill>
                            <a:srgbClr val="2C2B7C"/>
                          </a:solidFill>
                          <a:latin typeface="Segoe UI" panose="020B0502040204020203" pitchFamily="34" charset="0"/>
                        </a:rPr>
                        <a:t>Phương thức thụ lý</a:t>
                      </a:r>
                      <a:endParaRPr lang="en-US" sz="950" b="1">
                        <a:solidFill>
                          <a:srgbClr val="2C2B7C"/>
                        </a:solidFill>
                        <a:latin typeface="Segoe UI" panose="020B0502040204020203" pitchFamily="34" charset="0"/>
                      </a:endParaRPr>
                    </a:p>
                  </a:txBody>
                  <a:tcPr>
                    <a:solidFill>
                      <a:srgbClr val="ECEEF4"/>
                    </a:solidFill>
                  </a:tcPr>
                </a:tc>
                <a:tc>
                  <a:txBody>
                    <a:bodyPr/>
                    <a:lstStyle/>
                    <a:p>
                      <a:r>
                        <a:rPr lang="vi-VN" sz="950">
                          <a:solidFill>
                            <a:srgbClr val="292521"/>
                          </a:solidFill>
                          <a:latin typeface="Segoe UI" panose="020B0502040204020203" pitchFamily="34" charset="0"/>
                        </a:rPr>
                        <a:t>Cơ quan nhà nước vẫn phải xử lý song song giữa hồ sơ giấy và hồ sơ trên phần mềm máy tính; có thể yêu cầu công dân đến cơ quan để phỏng vấn, kiểm tra thực tế.</a:t>
                      </a:r>
                      <a:endParaRPr lang="en-US" sz="950">
                        <a:solidFill>
                          <a:srgbClr val="292521"/>
                        </a:solidFill>
                        <a:latin typeface="Segoe UI" panose="020B0502040204020203" pitchFamily="34" charset="0"/>
                      </a:endParaRPr>
                    </a:p>
                  </a:txBody>
                  <a:tcPr>
                    <a:solidFill>
                      <a:srgbClr val="FAF9F8"/>
                    </a:solidFill>
                  </a:tcPr>
                </a:tc>
                <a:tc>
                  <a:txBody>
                    <a:bodyPr/>
                    <a:lstStyle/>
                    <a:p>
                      <a:r>
                        <a:rPr lang="vi-VN" sz="950">
                          <a:solidFill>
                            <a:srgbClr val="292521"/>
                          </a:solidFill>
                          <a:latin typeface="Segoe UI" panose="020B0502040204020203" pitchFamily="34" charset="0"/>
                        </a:rPr>
                        <a:t>Thụ lý, xác minh và xử lý hoàn toàn trên hệ thống thông tin thông qua việc liên thông và đối soát dữ liệu điện tử giữa các cơ sở dữ liệu quốc gia chuyên ngành.</a:t>
                      </a:r>
                      <a:endParaRPr lang="en-US" sz="950">
                        <a:solidFill>
                          <a:srgbClr val="292521"/>
                        </a:solidFill>
                        <a:latin typeface="Segoe UI" panose="020B0502040204020203" pitchFamily="34" charset="0"/>
                      </a:endParaRPr>
                    </a:p>
                  </a:txBody>
                  <a:tcPr>
                    <a:solidFill>
                      <a:srgbClr val="FAF9F8"/>
                    </a:solidFill>
                  </a:tcPr>
                </a:tc>
                <a:extLst>
                  <a:ext uri="{0D108BD9-81ED-4DB2-BD59-A6C34878D82A}">
                    <a16:rowId xmlns:a16="http://schemas.microsoft.com/office/drawing/2014/main" val="4011547101"/>
                  </a:ext>
                </a:extLst>
              </a:tr>
            </a:tbl>
          </a:graphicData>
        </a:graphic>
      </p:graphicFrame>
    </p:spTree>
    <p:extLst>
      <p:ext uri="{BB962C8B-B14F-4D97-AF65-F5344CB8AC3E}">
        <p14:creationId xmlns:p14="http://schemas.microsoft.com/office/powerpoint/2010/main" val="4815733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81785-F1C6-FEF4-2C31-C0789FCE7FA3}"/>
              </a:ext>
            </a:extLst>
          </p:cNvPr>
          <p:cNvSpPr>
            <a:spLocks noGrp="1"/>
          </p:cNvSpPr>
          <p:nvPr>
            <p:ph type="title"/>
          </p:nvPr>
        </p:nvSpPr>
        <p:spPr>
          <a:xfrm>
            <a:off x="444500" y="304800"/>
            <a:ext cx="10160000" cy="711200"/>
          </a:xfrm>
        </p:spPr>
        <p:txBody>
          <a:bodyPr>
            <a:normAutofit/>
          </a:bodyPr>
          <a:lstStyle/>
          <a:p>
            <a:r>
              <a:rPr lang="en-US" sz="2100">
                <a:solidFill>
                  <a:srgbClr val="2C2B7C"/>
                </a:solidFill>
                <a:latin typeface="Segoe UI" panose="020B0502040204020203" pitchFamily="34" charset="0"/>
              </a:rPr>
              <a:t>ĐỐI CHIẾU DVC MỘT PHẦN VÀ TOÀN TRÌNH (PHẦN 2: KẾT QUẢ &amp; HIỆN DIỆN)</a:t>
            </a:r>
          </a:p>
        </p:txBody>
      </p:sp>
      <p:graphicFrame>
        <p:nvGraphicFramePr>
          <p:cNvPr id="3" name="Table 2">
            <a:extLst>
              <a:ext uri="{FF2B5EF4-FFF2-40B4-BE49-F238E27FC236}">
                <a16:creationId xmlns:a16="http://schemas.microsoft.com/office/drawing/2014/main" id="{83A41881-50BC-D991-446E-243ADF858327}"/>
              </a:ext>
            </a:extLst>
          </p:cNvPr>
          <p:cNvGraphicFramePr>
            <a:graphicFrameLocks noGrp="1"/>
          </p:cNvGraphicFramePr>
          <p:nvPr>
            <p:extLst>
              <p:ext uri="{D42A27DB-BD31-4B8C-83A1-F6EECF244321}">
                <p14:modId xmlns:p14="http://schemas.microsoft.com/office/powerpoint/2010/main" val="582879098"/>
              </p:ext>
            </p:extLst>
          </p:nvPr>
        </p:nvGraphicFramePr>
        <p:xfrm>
          <a:off x="571500" y="1422400"/>
          <a:ext cx="10033000" cy="3810000"/>
        </p:xfrm>
        <a:graphic>
          <a:graphicData uri="http://schemas.openxmlformats.org/drawingml/2006/table">
            <a:tbl>
              <a:tblPr firstRow="1" bandRow="1">
                <a:tableStyleId>{5C22544A-7EE6-4342-B048-85BDC9FD1C3A}</a:tableStyleId>
              </a:tblPr>
              <a:tblGrid>
                <a:gridCol w="1905000">
                  <a:extLst>
                    <a:ext uri="{9D8B030D-6E8A-4147-A177-3AD203B41FA5}">
                      <a16:colId xmlns:a16="http://schemas.microsoft.com/office/drawing/2014/main" val="2309567110"/>
                    </a:ext>
                  </a:extLst>
                </a:gridCol>
                <a:gridCol w="4064000">
                  <a:extLst>
                    <a:ext uri="{9D8B030D-6E8A-4147-A177-3AD203B41FA5}">
                      <a16:colId xmlns:a16="http://schemas.microsoft.com/office/drawing/2014/main" val="1995226816"/>
                    </a:ext>
                  </a:extLst>
                </a:gridCol>
                <a:gridCol w="4064000">
                  <a:extLst>
                    <a:ext uri="{9D8B030D-6E8A-4147-A177-3AD203B41FA5}">
                      <a16:colId xmlns:a16="http://schemas.microsoft.com/office/drawing/2014/main" val="932000987"/>
                    </a:ext>
                  </a:extLst>
                </a:gridCol>
              </a:tblGrid>
              <a:tr h="381000">
                <a:tc>
                  <a:txBody>
                    <a:bodyPr/>
                    <a:lstStyle/>
                    <a:p>
                      <a:r>
                        <a:rPr lang="en-US" sz="1050" b="1">
                          <a:solidFill>
                            <a:srgbClr val="FFFFFF"/>
                          </a:solidFill>
                          <a:latin typeface="Segoe UI" panose="020B0502040204020203" pitchFamily="34" charset="0"/>
                        </a:rPr>
                        <a:t>TIÊU CHÍ SO SÁNH</a:t>
                      </a:r>
                    </a:p>
                  </a:txBody>
                  <a:tcPr>
                    <a:solidFill>
                      <a:srgbClr val="2C2B7C"/>
                    </a:solidFill>
                  </a:tcPr>
                </a:tc>
                <a:tc>
                  <a:txBody>
                    <a:bodyPr/>
                    <a:lstStyle/>
                    <a:p>
                      <a:r>
                        <a:rPr lang="en-US" sz="1050" b="1">
                          <a:solidFill>
                            <a:srgbClr val="FFFFFF"/>
                          </a:solidFill>
                          <a:latin typeface="Segoe UI" panose="020B0502040204020203" pitchFamily="34" charset="0"/>
                        </a:rPr>
                        <a:t>DVC TRỰC TUYẾN MỘT PHẦN</a:t>
                      </a:r>
                    </a:p>
                  </a:txBody>
                  <a:tcPr>
                    <a:solidFill>
                      <a:srgbClr val="2C2B7C"/>
                    </a:solidFill>
                  </a:tcPr>
                </a:tc>
                <a:tc>
                  <a:txBody>
                    <a:bodyPr/>
                    <a:lstStyle/>
                    <a:p>
                      <a:r>
                        <a:rPr lang="en-US" sz="1050" b="1">
                          <a:solidFill>
                            <a:srgbClr val="FFFFFF"/>
                          </a:solidFill>
                          <a:latin typeface="Segoe UI" panose="020B0502040204020203" pitchFamily="34" charset="0"/>
                        </a:rPr>
                        <a:t>DVC TRỰC TUYẾN TOÀN TRÌNH</a:t>
                      </a:r>
                    </a:p>
                  </a:txBody>
                  <a:tcPr>
                    <a:solidFill>
                      <a:srgbClr val="2C2B7C"/>
                    </a:solidFill>
                  </a:tcPr>
                </a:tc>
                <a:extLst>
                  <a:ext uri="{0D108BD9-81ED-4DB2-BD59-A6C34878D82A}">
                    <a16:rowId xmlns:a16="http://schemas.microsoft.com/office/drawing/2014/main" val="1563421166"/>
                  </a:ext>
                </a:extLst>
              </a:tr>
              <a:tr h="762000">
                <a:tc>
                  <a:txBody>
                    <a:bodyPr/>
                    <a:lstStyle/>
                    <a:p>
                      <a:r>
                        <a:rPr lang="en-US" sz="900" b="1">
                          <a:solidFill>
                            <a:srgbClr val="2C2B7C"/>
                          </a:solidFill>
                          <a:latin typeface="Segoe UI" panose="020B0502040204020203" pitchFamily="34" charset="0"/>
                        </a:rPr>
                        <a:t>Nghĩa vụ tài chính</a:t>
                      </a:r>
                    </a:p>
                  </a:txBody>
                  <a:tcPr>
                    <a:solidFill>
                      <a:srgbClr val="ECEEF4"/>
                    </a:solidFill>
                  </a:tcPr>
                </a:tc>
                <a:tc>
                  <a:txBody>
                    <a:bodyPr/>
                    <a:lstStyle/>
                    <a:p>
                      <a:r>
                        <a:rPr lang="vi-VN" sz="900">
                          <a:solidFill>
                            <a:srgbClr val="292521"/>
                          </a:solidFill>
                          <a:latin typeface="Segoe UI" panose="020B0502040204020203" pitchFamily="34" charset="0"/>
                        </a:rPr>
                        <a:t>Có thể thanh toán trực tuyến hoặc vẫn phải trực tiếp đến cơ quan, kho bạc, ngân hàng nộp tiền mặt và nộp lại biên lai giấy.</a:t>
                      </a:r>
                      <a:endParaRPr lang="en-US" sz="900">
                        <a:solidFill>
                          <a:srgbClr val="292521"/>
                        </a:solidFill>
                        <a:latin typeface="Segoe UI" panose="020B0502040204020203" pitchFamily="34" charset="0"/>
                      </a:endParaRPr>
                    </a:p>
                  </a:txBody>
                  <a:tcPr>
                    <a:solidFill>
                      <a:srgbClr val="FAF9F8"/>
                    </a:solidFill>
                  </a:tcPr>
                </a:tc>
                <a:tc>
                  <a:txBody>
                    <a:bodyPr/>
                    <a:lstStyle/>
                    <a:p>
                      <a:r>
                        <a:rPr lang="vi-VN" sz="900">
                          <a:solidFill>
                            <a:srgbClr val="292521"/>
                          </a:solidFill>
                          <a:latin typeface="Segoe UI" panose="020B0502040204020203" pitchFamily="34" charset="0"/>
                        </a:rPr>
                        <a:t>Tích hợp cổng thanh toán trực tuyến quốc gia; người dân thanh toán phí, lệ phí 100% qua mạng mà không dùng tiền mặt.</a:t>
                      </a:r>
                      <a:endParaRPr lang="en-US" sz="900">
                        <a:solidFill>
                          <a:srgbClr val="292521"/>
                        </a:solidFill>
                        <a:latin typeface="Segoe UI" panose="020B0502040204020203" pitchFamily="34" charset="0"/>
                      </a:endParaRPr>
                    </a:p>
                  </a:txBody>
                  <a:tcPr>
                    <a:solidFill>
                      <a:srgbClr val="FAF9F8"/>
                    </a:solidFill>
                  </a:tcPr>
                </a:tc>
                <a:extLst>
                  <a:ext uri="{0D108BD9-81ED-4DB2-BD59-A6C34878D82A}">
                    <a16:rowId xmlns:a16="http://schemas.microsoft.com/office/drawing/2014/main" val="872616174"/>
                  </a:ext>
                </a:extLst>
              </a:tr>
              <a:tr h="762000">
                <a:tc>
                  <a:txBody>
                    <a:bodyPr/>
                    <a:lstStyle/>
                    <a:p>
                      <a:r>
                        <a:rPr lang="en-US" sz="900" b="1">
                          <a:solidFill>
                            <a:srgbClr val="2C2B7C"/>
                          </a:solidFill>
                          <a:latin typeface="Segoe UI" panose="020B0502040204020203" pitchFamily="34" charset="0"/>
                        </a:rPr>
                        <a:t>Hình thức trả kết quả</a:t>
                      </a:r>
                    </a:p>
                  </a:txBody>
                  <a:tcPr>
                    <a:solidFill>
                      <a:srgbClr val="ECEEF4"/>
                    </a:solidFill>
                  </a:tcPr>
                </a:tc>
                <a:tc>
                  <a:txBody>
                    <a:bodyPr/>
                    <a:lstStyle/>
                    <a:p>
                      <a:r>
                        <a:rPr lang="vi-VN" sz="900">
                          <a:solidFill>
                            <a:srgbClr val="292521"/>
                          </a:solidFill>
                          <a:latin typeface="Segoe UI" panose="020B0502040204020203" pitchFamily="34" charset="0"/>
                        </a:rPr>
                        <a:t>Người dân bắt buộc phải đến trực tiếp Bộ phận Một cửa để ký nhận kết quả bằng bản giấy có đóng dấu mộc đỏ.</a:t>
                      </a:r>
                      <a:endParaRPr lang="en-US" sz="900">
                        <a:solidFill>
                          <a:srgbClr val="292521"/>
                        </a:solidFill>
                        <a:latin typeface="Segoe UI" panose="020B0502040204020203" pitchFamily="34" charset="0"/>
                      </a:endParaRPr>
                    </a:p>
                  </a:txBody>
                  <a:tcPr>
                    <a:solidFill>
                      <a:srgbClr val="FFFFFF"/>
                    </a:solidFill>
                  </a:tcPr>
                </a:tc>
                <a:tc>
                  <a:txBody>
                    <a:bodyPr/>
                    <a:lstStyle/>
                    <a:p>
                      <a:r>
                        <a:rPr lang="vi-VN" sz="900">
                          <a:solidFill>
                            <a:srgbClr val="292521"/>
                          </a:solidFill>
                          <a:latin typeface="Segoe UI" panose="020B0502040204020203" pitchFamily="34" charset="0"/>
                        </a:rPr>
                        <a:t>Trả kết quả dưới dạng bản điện tử có chữ ký số vào Kho dữ liệu của người dân, hoặc chuyển phát bản giấy tận nhà qua bưu chính công ích.</a:t>
                      </a:r>
                      <a:endParaRPr lang="en-US" sz="900">
                        <a:solidFill>
                          <a:srgbClr val="292521"/>
                        </a:solidFill>
                        <a:latin typeface="Segoe UI" panose="020B0502040204020203" pitchFamily="34" charset="0"/>
                      </a:endParaRPr>
                    </a:p>
                  </a:txBody>
                  <a:tcPr>
                    <a:solidFill>
                      <a:srgbClr val="FFFFFF"/>
                    </a:solidFill>
                  </a:tcPr>
                </a:tc>
                <a:extLst>
                  <a:ext uri="{0D108BD9-81ED-4DB2-BD59-A6C34878D82A}">
                    <a16:rowId xmlns:a16="http://schemas.microsoft.com/office/drawing/2014/main" val="2422304949"/>
                  </a:ext>
                </a:extLst>
              </a:tr>
              <a:tr h="762000">
                <a:tc>
                  <a:txBody>
                    <a:bodyPr/>
                    <a:lstStyle/>
                    <a:p>
                      <a:r>
                        <a:rPr lang="en-US" sz="900" b="1">
                          <a:solidFill>
                            <a:srgbClr val="2C2B7C"/>
                          </a:solidFill>
                          <a:latin typeface="Segoe UI" panose="020B0502040204020203" pitchFamily="34" charset="0"/>
                        </a:rPr>
                        <a:t>Yêu cầu hiện diện thực tế</a:t>
                      </a:r>
                    </a:p>
                  </a:txBody>
                  <a:tcPr>
                    <a:solidFill>
                      <a:srgbClr val="ECEEF4"/>
                    </a:solidFill>
                  </a:tcPr>
                </a:tc>
                <a:tc>
                  <a:txBody>
                    <a:bodyPr/>
                    <a:lstStyle/>
                    <a:p>
                      <a:r>
                        <a:rPr lang="vi-VN" sz="900" b="1">
                          <a:solidFill>
                            <a:srgbClr val="2828C6"/>
                          </a:solidFill>
                          <a:latin typeface="Segoe UI" panose="020B0502040204020203" pitchFamily="34" charset="0"/>
                        </a:rPr>
                        <a:t>BẮT BUỘC CÓ:</a:t>
                      </a:r>
                    </a:p>
                    <a:p>
                      <a:r>
                        <a:rPr lang="vi-VN" sz="900" b="1">
                          <a:solidFill>
                            <a:srgbClr val="2828C6"/>
                          </a:solidFill>
                          <a:latin typeface="Segoe UI" panose="020B0502040204020203" pitchFamily="34" charset="0"/>
                        </a:rPr>
                        <a:t>Người dân vẫn phải đến trụ sở cơ quan nhà nước ít nhất một lần để hoàn tất thủ tục.</a:t>
                      </a:r>
                      <a:endParaRPr lang="en-US" sz="900" b="1">
                        <a:solidFill>
                          <a:srgbClr val="2828C6"/>
                        </a:solidFill>
                        <a:latin typeface="Segoe UI" panose="020B0502040204020203" pitchFamily="34" charset="0"/>
                      </a:endParaRPr>
                    </a:p>
                  </a:txBody>
                  <a:tcPr>
                    <a:solidFill>
                      <a:srgbClr val="EEEBFF"/>
                    </a:solidFill>
                  </a:tcPr>
                </a:tc>
                <a:tc>
                  <a:txBody>
                    <a:bodyPr/>
                    <a:lstStyle/>
                    <a:p>
                      <a:r>
                        <a:rPr lang="vi-VN" sz="900" b="1">
                          <a:solidFill>
                            <a:srgbClr val="327D2E"/>
                          </a:solidFill>
                          <a:latin typeface="Segoe UI" panose="020B0502040204020203" pitchFamily="34" charset="0"/>
                        </a:rPr>
                        <a:t>HOÀN TOÀN KHÔNG:</a:t>
                      </a:r>
                    </a:p>
                    <a:p>
                      <a:r>
                        <a:rPr lang="vi-VN" sz="900" b="1">
                          <a:solidFill>
                            <a:srgbClr val="327D2E"/>
                          </a:solidFill>
                          <a:latin typeface="Segoe UI" panose="020B0502040204020203" pitchFamily="34" charset="0"/>
                        </a:rPr>
                        <a:t>Người dân thực hiện toàn bộ thủ tục từ xa mọi lúc mọi nơi, không cần bước chân đến cơ quan hành chính.</a:t>
                      </a:r>
                      <a:endParaRPr lang="en-US" sz="900" b="1">
                        <a:solidFill>
                          <a:srgbClr val="327D2E"/>
                        </a:solidFill>
                        <a:latin typeface="Segoe UI" panose="020B0502040204020203" pitchFamily="34" charset="0"/>
                      </a:endParaRPr>
                    </a:p>
                  </a:txBody>
                  <a:tcPr>
                    <a:solidFill>
                      <a:srgbClr val="E9F5E8"/>
                    </a:solidFill>
                  </a:tcPr>
                </a:tc>
                <a:extLst>
                  <a:ext uri="{0D108BD9-81ED-4DB2-BD59-A6C34878D82A}">
                    <a16:rowId xmlns:a16="http://schemas.microsoft.com/office/drawing/2014/main" val="256354029"/>
                  </a:ext>
                </a:extLst>
              </a:tr>
              <a:tr h="762000">
                <a:tc>
                  <a:txBody>
                    <a:bodyPr/>
                    <a:lstStyle/>
                    <a:p>
                      <a:r>
                        <a:rPr lang="en-US" sz="900" b="1">
                          <a:solidFill>
                            <a:srgbClr val="2C2B7C"/>
                          </a:solidFill>
                          <a:latin typeface="Segoe UI" panose="020B0502040204020203" pitchFamily="34" charset="0"/>
                        </a:rPr>
                        <a:t>Ví dụ minh họa thực tế</a:t>
                      </a:r>
                    </a:p>
                  </a:txBody>
                  <a:tcPr>
                    <a:solidFill>
                      <a:srgbClr val="ECEEF4"/>
                    </a:solidFill>
                  </a:tcPr>
                </a:tc>
                <a:tc>
                  <a:txBody>
                    <a:bodyPr/>
                    <a:lstStyle/>
                    <a:p>
                      <a:r>
                        <a:rPr lang="vi-VN" sz="900">
                          <a:solidFill>
                            <a:srgbClr val="292521"/>
                          </a:solidFill>
                          <a:latin typeface="Segoe UI" panose="020B0502040204020203" pitchFamily="34" charset="0"/>
                        </a:rPr>
                        <a:t>Thủ tục cấp đổi Giấy chứng nhận quyền sử dụng đất (bắt buộc mang nộp sổ đỏ gốc để cơ quan thu hồi hoặc đính chính trang bổ sung).</a:t>
                      </a:r>
                      <a:endParaRPr lang="en-US" sz="900">
                        <a:solidFill>
                          <a:srgbClr val="292521"/>
                        </a:solidFill>
                        <a:latin typeface="Segoe UI" panose="020B0502040204020203" pitchFamily="34" charset="0"/>
                      </a:endParaRPr>
                    </a:p>
                  </a:txBody>
                  <a:tcPr>
                    <a:solidFill>
                      <a:srgbClr val="FFFFFF"/>
                    </a:solidFill>
                  </a:tcPr>
                </a:tc>
                <a:tc>
                  <a:txBody>
                    <a:bodyPr/>
                    <a:lstStyle/>
                    <a:p>
                      <a:r>
                        <a:rPr lang="vi-VN" sz="900">
                          <a:solidFill>
                            <a:srgbClr val="292521"/>
                          </a:solidFill>
                          <a:latin typeface="Segoe UI" panose="020B0502040204020203" pitchFamily="34" charset="0"/>
                        </a:rPr>
                        <a:t>• Cấp Phiếu lý lịch tư pháp trực tuyến (VNeID)</a:t>
                      </a:r>
                    </a:p>
                    <a:p>
                      <a:r>
                        <a:rPr lang="vi-VN" sz="900">
                          <a:solidFill>
                            <a:srgbClr val="292521"/>
                          </a:solidFill>
                          <a:latin typeface="Segoe UI" panose="020B0502040204020203" pitchFamily="34" charset="0"/>
                        </a:rPr>
                        <a:t>• Đăng ký thành lập doanh nghiệp mới qua mạng</a:t>
                      </a:r>
                    </a:p>
                    <a:p>
                      <a:r>
                        <a:rPr lang="vi-VN" sz="900">
                          <a:solidFill>
                            <a:srgbClr val="292521"/>
                          </a:solidFill>
                          <a:latin typeface="Segoe UI" panose="020B0502040204020203" pitchFamily="34" charset="0"/>
                        </a:rPr>
                        <a:t>• Đăng ký khai sinh liên thông cấp thẻ BHYT</a:t>
                      </a:r>
                      <a:endParaRPr lang="en-US" sz="900">
                        <a:solidFill>
                          <a:srgbClr val="292521"/>
                        </a:solidFill>
                        <a:latin typeface="Segoe UI" panose="020B0502040204020203" pitchFamily="34" charset="0"/>
                      </a:endParaRPr>
                    </a:p>
                  </a:txBody>
                  <a:tcPr>
                    <a:solidFill>
                      <a:srgbClr val="FFFFFF"/>
                    </a:solidFill>
                  </a:tcPr>
                </a:tc>
                <a:extLst>
                  <a:ext uri="{0D108BD9-81ED-4DB2-BD59-A6C34878D82A}">
                    <a16:rowId xmlns:a16="http://schemas.microsoft.com/office/drawing/2014/main" val="3022716533"/>
                  </a:ext>
                </a:extLst>
              </a:tr>
            </a:tbl>
          </a:graphicData>
        </a:graphic>
      </p:graphicFrame>
    </p:spTree>
    <p:extLst>
      <p:ext uri="{BB962C8B-B14F-4D97-AF65-F5344CB8AC3E}">
        <p14:creationId xmlns:p14="http://schemas.microsoft.com/office/powerpoint/2010/main" val="6134920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4E6CC-8DAD-F1E3-0FB5-1EE10C5FC5DD}"/>
              </a:ext>
            </a:extLst>
          </p:cNvPr>
          <p:cNvSpPr>
            <a:spLocks noGrp="1"/>
          </p:cNvSpPr>
          <p:nvPr>
            <p:ph type="title"/>
          </p:nvPr>
        </p:nvSpPr>
        <p:spPr>
          <a:xfrm>
            <a:off x="444500" y="304800"/>
            <a:ext cx="10160000" cy="711200"/>
          </a:xfrm>
        </p:spPr>
        <p:txBody>
          <a:bodyPr>
            <a:normAutofit/>
          </a:bodyPr>
          <a:lstStyle/>
          <a:p>
            <a:r>
              <a:rPr lang="vi-VN" sz="2100">
                <a:solidFill>
                  <a:srgbClr val="2C2B7C"/>
                </a:solidFill>
                <a:latin typeface="Segoe UI" panose="020B0502040204020203" pitchFamily="34" charset="0"/>
              </a:rPr>
              <a:t>TỔNG KẾT &amp; BÀI HỌC HIỆN ĐẠI HÓA NỀN HÀNH CHÍNH NHÀ NƯỚC</a:t>
            </a:r>
            <a:endParaRPr lang="en-US" sz="2100">
              <a:solidFill>
                <a:srgbClr val="2C2B7C"/>
              </a:solidFill>
              <a:latin typeface="Segoe UI" panose="020B0502040204020203" pitchFamily="34" charset="0"/>
            </a:endParaRPr>
          </a:p>
        </p:txBody>
      </p:sp>
      <p:sp>
        <p:nvSpPr>
          <p:cNvPr id="3" name="Rectangle: Rounded Corners 2">
            <a:extLst>
              <a:ext uri="{FF2B5EF4-FFF2-40B4-BE49-F238E27FC236}">
                <a16:creationId xmlns:a16="http://schemas.microsoft.com/office/drawing/2014/main" id="{7AE36A3E-8EF1-53F7-B093-883C6B0A9891}"/>
              </a:ext>
            </a:extLst>
          </p:cNvPr>
          <p:cNvSpPr/>
          <p:nvPr/>
        </p:nvSpPr>
        <p:spPr>
          <a:xfrm>
            <a:off x="571500" y="1422400"/>
            <a:ext cx="3238500" cy="457200"/>
          </a:xfrm>
          <a:prstGeom prst="roundRect">
            <a:avLst/>
          </a:prstGeom>
          <a:solidFill>
            <a:srgbClr val="2C2B7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solidFill>
                  <a:srgbClr val="FFFFFF"/>
                </a:solidFill>
                <a:latin typeface="Segoe UI" panose="020B0502040204020203" pitchFamily="34" charset="0"/>
              </a:rPr>
              <a:t>1. KẾT HỢP SỨC MẠNH AI VỚI MỘT CỬA</a:t>
            </a:r>
          </a:p>
        </p:txBody>
      </p:sp>
      <p:sp>
        <p:nvSpPr>
          <p:cNvPr id="4" name="TextBox 3">
            <a:extLst>
              <a:ext uri="{FF2B5EF4-FFF2-40B4-BE49-F238E27FC236}">
                <a16:creationId xmlns:a16="http://schemas.microsoft.com/office/drawing/2014/main" id="{5ADB305B-5378-CC12-BE93-7841E589ACFB}"/>
              </a:ext>
            </a:extLst>
          </p:cNvPr>
          <p:cNvSpPr txBox="1"/>
          <p:nvPr/>
        </p:nvSpPr>
        <p:spPr>
          <a:xfrm>
            <a:off x="571500" y="1981200"/>
            <a:ext cx="3238500" cy="1708160"/>
          </a:xfrm>
          <a:prstGeom prst="rect">
            <a:avLst/>
          </a:prstGeom>
          <a:noFill/>
        </p:spPr>
        <p:txBody>
          <a:bodyPr vert="horz" wrap="square" rtlCol="0">
            <a:spAutoFit/>
          </a:bodyPr>
          <a:lstStyle/>
          <a:p>
            <a:r>
              <a:rPr lang="vi-VN" sz="1050">
                <a:solidFill>
                  <a:srgbClr val="292521"/>
                </a:solidFill>
                <a:latin typeface="Segoe UI" panose="020B0502040204020203" pitchFamily="34" charset="0"/>
              </a:rPr>
              <a:t>• AI mang lại năng lực tự động hóa, thị giác máy tính giám sát trật tự và phân tích dữ liệu lớn phát hiện gian lận.</a:t>
            </a:r>
          </a:p>
          <a:p>
            <a:endParaRPr lang="vi-VN" sz="1050">
              <a:solidFill>
                <a:srgbClr val="292521"/>
              </a:solidFill>
              <a:latin typeface="Segoe UI" panose="020B0502040204020203" pitchFamily="34" charset="0"/>
            </a:endParaRPr>
          </a:p>
          <a:p>
            <a:r>
              <a:rPr lang="vi-VN" sz="1050">
                <a:solidFill>
                  <a:srgbClr val="292521"/>
                </a:solidFill>
                <a:latin typeface="Segoe UI" panose="020B0502040204020203" pitchFamily="34" charset="0"/>
              </a:rPr>
              <a:t>• Hệ thống Một cửa điện tử cung cấp khung pháp lý, chuẩn hóa quy trình tiếp nhận và luân chuyển xử lý minh bạch.</a:t>
            </a:r>
          </a:p>
          <a:p>
            <a:endParaRPr lang="vi-VN" sz="1050">
              <a:solidFill>
                <a:srgbClr val="292521"/>
              </a:solidFill>
              <a:latin typeface="Segoe UI" panose="020B0502040204020203" pitchFamily="34" charset="0"/>
            </a:endParaRPr>
          </a:p>
          <a:p>
            <a:r>
              <a:rPr lang="vi-VN" sz="1050">
                <a:solidFill>
                  <a:srgbClr val="292521"/>
                </a:solidFill>
                <a:latin typeface="Segoe UI" panose="020B0502040204020203" pitchFamily="34" charset="0"/>
              </a:rPr>
              <a:t>=&gt; Hai yếu tố tương hỗ chặt chẽ, tạo thành nền tảng quản trị công thông minh.</a:t>
            </a:r>
            <a:endParaRPr lang="en-US" sz="1050">
              <a:solidFill>
                <a:srgbClr val="292521"/>
              </a:solidFill>
              <a:latin typeface="Segoe UI" panose="020B0502040204020203" pitchFamily="34" charset="0"/>
            </a:endParaRPr>
          </a:p>
        </p:txBody>
      </p:sp>
      <p:sp>
        <p:nvSpPr>
          <p:cNvPr id="5" name="Rectangle: Rounded Corners 4">
            <a:extLst>
              <a:ext uri="{FF2B5EF4-FFF2-40B4-BE49-F238E27FC236}">
                <a16:creationId xmlns:a16="http://schemas.microsoft.com/office/drawing/2014/main" id="{9C506962-465C-0DC0-8CF8-10B9744F5EA8}"/>
              </a:ext>
            </a:extLst>
          </p:cNvPr>
          <p:cNvSpPr/>
          <p:nvPr/>
        </p:nvSpPr>
        <p:spPr>
          <a:xfrm>
            <a:off x="4038600" y="1422400"/>
            <a:ext cx="3238500" cy="457200"/>
          </a:xfrm>
          <a:prstGeom prst="roundRect">
            <a:avLst/>
          </a:prstGeom>
          <a:solidFill>
            <a:srgbClr val="2C2B7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b="1">
                <a:solidFill>
                  <a:srgbClr val="FFFFFF"/>
                </a:solidFill>
                <a:latin typeface="Segoe UI" panose="020B0502040204020203" pitchFamily="34" charset="0"/>
              </a:rPr>
              <a:t>2. DỮ LIỆU ĐÚNG, ĐỦ, SẠCH, SỐNG</a:t>
            </a:r>
          </a:p>
        </p:txBody>
      </p:sp>
      <p:sp>
        <p:nvSpPr>
          <p:cNvPr id="6" name="TextBox 5">
            <a:extLst>
              <a:ext uri="{FF2B5EF4-FFF2-40B4-BE49-F238E27FC236}">
                <a16:creationId xmlns:a16="http://schemas.microsoft.com/office/drawing/2014/main" id="{0E4A3A53-B045-C11C-32C5-A79197B0E6EC}"/>
              </a:ext>
            </a:extLst>
          </p:cNvPr>
          <p:cNvSpPr txBox="1"/>
          <p:nvPr/>
        </p:nvSpPr>
        <p:spPr>
          <a:xfrm>
            <a:off x="4038600" y="1981200"/>
            <a:ext cx="3238500" cy="1384995"/>
          </a:xfrm>
          <a:prstGeom prst="rect">
            <a:avLst/>
          </a:prstGeom>
          <a:noFill/>
        </p:spPr>
        <p:txBody>
          <a:bodyPr vert="horz" wrap="square" rtlCol="0">
            <a:spAutoFit/>
          </a:bodyPr>
          <a:lstStyle/>
          <a:p>
            <a:r>
              <a:rPr lang="vi-VN" sz="1050">
                <a:solidFill>
                  <a:srgbClr val="292521"/>
                </a:solidFill>
                <a:latin typeface="Segoe UI" panose="020B0502040204020203" pitchFamily="34" charset="0"/>
              </a:rPr>
              <a:t>• Dịch vụ công toàn trình không thể thành hiện thực nếu thiếu sự liên thông, chia sẻ dữ liệu liên ngành (LGSP/NDXP).</a:t>
            </a:r>
          </a:p>
          <a:p>
            <a:endParaRPr lang="vi-VN" sz="1050">
              <a:solidFill>
                <a:srgbClr val="292521"/>
              </a:solidFill>
              <a:latin typeface="Segoe UI" panose="020B0502040204020203" pitchFamily="34" charset="0"/>
            </a:endParaRPr>
          </a:p>
          <a:p>
            <a:r>
              <a:rPr lang="vi-VN" sz="1050">
                <a:solidFill>
                  <a:srgbClr val="292521"/>
                </a:solidFill>
                <a:latin typeface="Segoe UI" panose="020B0502040204020203" pitchFamily="34" charset="0"/>
              </a:rPr>
              <a:t>• Cơ sở dữ liệu quốc gia (Dân cư, Doanh nghiệp, Đất đai) được đối soát qua API là chìa khóa then chốt giúp xóa bỏ hoàn toàn việc bắt người dân nộp lại bản sao giấy tờ.</a:t>
            </a:r>
            <a:endParaRPr lang="en-US" sz="1050">
              <a:solidFill>
                <a:srgbClr val="292521"/>
              </a:solidFill>
              <a:latin typeface="Segoe UI" panose="020B0502040204020203" pitchFamily="34" charset="0"/>
            </a:endParaRPr>
          </a:p>
        </p:txBody>
      </p:sp>
      <p:sp>
        <p:nvSpPr>
          <p:cNvPr id="7" name="Rectangle: Rounded Corners 6">
            <a:extLst>
              <a:ext uri="{FF2B5EF4-FFF2-40B4-BE49-F238E27FC236}">
                <a16:creationId xmlns:a16="http://schemas.microsoft.com/office/drawing/2014/main" id="{5A8AE411-6FA5-EFF1-AA4C-9D63539991CD}"/>
              </a:ext>
            </a:extLst>
          </p:cNvPr>
          <p:cNvSpPr/>
          <p:nvPr/>
        </p:nvSpPr>
        <p:spPr>
          <a:xfrm>
            <a:off x="7505700" y="1422400"/>
            <a:ext cx="3238500" cy="457200"/>
          </a:xfrm>
          <a:prstGeom prst="roundRect">
            <a:avLst/>
          </a:prstGeom>
          <a:solidFill>
            <a:srgbClr val="2C2B7C"/>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vi-VN" sz="1000" b="1">
                <a:solidFill>
                  <a:srgbClr val="FFFFFF"/>
                </a:solidFill>
                <a:latin typeface="Segoe UI" panose="020B0502040204020203" pitchFamily="34" charset="0"/>
              </a:rPr>
              <a:t>3. LẤY NGƯỜI DÂN LÀM TRUNG TÂM</a:t>
            </a:r>
            <a:endParaRPr lang="en-US" sz="1000" b="1">
              <a:solidFill>
                <a:srgbClr val="FFFFFF"/>
              </a:solidFill>
              <a:latin typeface="Segoe UI" panose="020B0502040204020203" pitchFamily="34" charset="0"/>
            </a:endParaRPr>
          </a:p>
        </p:txBody>
      </p:sp>
      <p:sp>
        <p:nvSpPr>
          <p:cNvPr id="8" name="TextBox 7">
            <a:extLst>
              <a:ext uri="{FF2B5EF4-FFF2-40B4-BE49-F238E27FC236}">
                <a16:creationId xmlns:a16="http://schemas.microsoft.com/office/drawing/2014/main" id="{AACCF7FB-A9EB-4922-43E0-693F69A519C9}"/>
              </a:ext>
            </a:extLst>
          </p:cNvPr>
          <p:cNvSpPr txBox="1"/>
          <p:nvPr/>
        </p:nvSpPr>
        <p:spPr>
          <a:xfrm>
            <a:off x="7505700" y="1981200"/>
            <a:ext cx="3238500" cy="1384995"/>
          </a:xfrm>
          <a:prstGeom prst="rect">
            <a:avLst/>
          </a:prstGeom>
          <a:noFill/>
        </p:spPr>
        <p:txBody>
          <a:bodyPr vert="horz" wrap="square" rtlCol="0">
            <a:spAutoFit/>
          </a:bodyPr>
          <a:lstStyle/>
          <a:p>
            <a:r>
              <a:rPr lang="vi-VN" sz="1050">
                <a:solidFill>
                  <a:srgbClr val="292521"/>
                </a:solidFill>
                <a:latin typeface="Segoe UI" panose="020B0502040204020203" pitchFamily="34" charset="0"/>
              </a:rPr>
              <a:t>• Đổi mới phương thức phục vụ: Chuyển từ 'cung cấp những gì cơ quan nhà nước có' sang 'phục vụ những gì người dân và doanh nghiệp cần'.</a:t>
            </a:r>
          </a:p>
          <a:p>
            <a:endParaRPr lang="vi-VN" sz="1050">
              <a:solidFill>
                <a:srgbClr val="292521"/>
              </a:solidFill>
              <a:latin typeface="Segoe UI" panose="020B0502040204020203" pitchFamily="34" charset="0"/>
            </a:endParaRPr>
          </a:p>
          <a:p>
            <a:r>
              <a:rPr lang="vi-VN" sz="1050">
                <a:solidFill>
                  <a:srgbClr val="292521"/>
                </a:solidFill>
                <a:latin typeface="Segoe UI" panose="020B0502040204020203" pitchFamily="34" charset="0"/>
              </a:rPr>
              <a:t>• Mục tiêu tối thượng của chuyển đổi số hành chính là cắt giảm chi phí tuân thủ, tiết kiệm thời gian xã hội và nâng cao niềm tin của nhân dân vào bộ máy hành chính.</a:t>
            </a:r>
            <a:endParaRPr lang="en-US" sz="1050">
              <a:solidFill>
                <a:srgbClr val="292521"/>
              </a:solidFill>
              <a:latin typeface="Segoe UI" panose="020B0502040204020203" pitchFamily="34" charset="0"/>
            </a:endParaRPr>
          </a:p>
        </p:txBody>
      </p:sp>
    </p:spTree>
    <p:extLst>
      <p:ext uri="{BB962C8B-B14F-4D97-AF65-F5344CB8AC3E}">
        <p14:creationId xmlns:p14="http://schemas.microsoft.com/office/powerpoint/2010/main" val="34590602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50105-CE14-0241-350B-258CF609F823}"/>
              </a:ext>
            </a:extLst>
          </p:cNvPr>
          <p:cNvSpPr>
            <a:spLocks noGrp="1"/>
          </p:cNvSpPr>
          <p:nvPr>
            <p:ph type="ctrTitle"/>
          </p:nvPr>
        </p:nvSpPr>
        <p:spPr>
          <a:xfrm>
            <a:off x="444500" y="1623060"/>
            <a:ext cx="6009640" cy="774391"/>
          </a:xfrm>
        </p:spPr>
        <p:txBody>
          <a:bodyPr>
            <a:normAutofit/>
          </a:bodyPr>
          <a:lstStyle/>
          <a:p>
            <a:r>
              <a:rPr lang="vi-VN" dirty="0">
                <a:solidFill>
                  <a:srgbClr val="FFFFFF"/>
                </a:solidFill>
                <a:latin typeface="Segoe UI" panose="020B0502040204020203" pitchFamily="34" charset="0"/>
              </a:rPr>
              <a:t>TRÂN TRỌNG CẢM ƠN!</a:t>
            </a:r>
            <a:endParaRPr lang="en-US" dirty="0">
              <a:solidFill>
                <a:srgbClr val="FFFFFF"/>
              </a:solidFill>
              <a:latin typeface="Segoe UI" panose="020B0502040204020203" pitchFamily="34" charset="0"/>
            </a:endParaRPr>
          </a:p>
        </p:txBody>
      </p:sp>
      <p:sp>
        <p:nvSpPr>
          <p:cNvPr id="3" name="Content Placeholder 2">
            <a:extLst>
              <a:ext uri="{FF2B5EF4-FFF2-40B4-BE49-F238E27FC236}">
                <a16:creationId xmlns:a16="http://schemas.microsoft.com/office/drawing/2014/main" id="{EB5BC6DF-C09E-32A9-5C55-812F9457EB30}"/>
              </a:ext>
            </a:extLst>
          </p:cNvPr>
          <p:cNvSpPr>
            <a:spLocks noGrp="1"/>
          </p:cNvSpPr>
          <p:nvPr>
            <p:ph sz="quarter" idx="10"/>
          </p:nvPr>
        </p:nvSpPr>
        <p:spPr>
          <a:xfrm>
            <a:off x="444500" y="2286000"/>
            <a:ext cx="6096000" cy="3556000"/>
          </a:xfrm>
        </p:spPr>
        <p:txBody>
          <a:bodyPr>
            <a:normAutofit/>
          </a:bodyPr>
          <a:lstStyle/>
          <a:p>
            <a:pPr marL="0" indent="0">
              <a:buNone/>
            </a:pPr>
            <a:r>
              <a:rPr lang="en-US" sz="1800" dirty="0" err="1">
                <a:solidFill>
                  <a:srgbClr val="FFFFFF"/>
                </a:solidFill>
                <a:latin typeface="Segoe UI" panose="020B0502040204020203" pitchFamily="34" charset="0"/>
              </a:rPr>
              <a:t>Cảm</a:t>
            </a:r>
            <a:r>
              <a:rPr lang="en-US" sz="1800" dirty="0">
                <a:solidFill>
                  <a:srgbClr val="FFFFFF"/>
                </a:solidFill>
                <a:latin typeface="Segoe UI" panose="020B0502040204020203" pitchFamily="34" charset="0"/>
              </a:rPr>
              <a:t> </a:t>
            </a:r>
            <a:r>
              <a:rPr lang="en-US" sz="1800" dirty="0" err="1">
                <a:solidFill>
                  <a:srgbClr val="FFFFFF"/>
                </a:solidFill>
                <a:latin typeface="Segoe UI" panose="020B0502040204020203" pitchFamily="34" charset="0"/>
              </a:rPr>
              <a:t>ơn</a:t>
            </a:r>
            <a:r>
              <a:rPr lang="en-US" sz="1800" dirty="0">
                <a:solidFill>
                  <a:srgbClr val="FFFFFF"/>
                </a:solidFill>
                <a:latin typeface="Segoe UI" panose="020B0502040204020203" pitchFamily="34" charset="0"/>
              </a:rPr>
              <a:t> </a:t>
            </a:r>
            <a:r>
              <a:rPr lang="en-US" sz="1800" dirty="0" err="1">
                <a:solidFill>
                  <a:srgbClr val="FFFFFF"/>
                </a:solidFill>
                <a:latin typeface="Segoe UI" panose="020B0502040204020203" pitchFamily="34" charset="0"/>
              </a:rPr>
              <a:t>thầy</a:t>
            </a:r>
            <a:r>
              <a:rPr lang="en-US" sz="1800" dirty="0">
                <a:solidFill>
                  <a:srgbClr val="FFFFFF"/>
                </a:solidFill>
                <a:latin typeface="Segoe UI" panose="020B0502040204020203" pitchFamily="34" charset="0"/>
              </a:rPr>
              <a:t> </a:t>
            </a:r>
            <a:r>
              <a:rPr lang="en-US" sz="1800" dirty="0" err="1">
                <a:solidFill>
                  <a:srgbClr val="FFFFFF"/>
                </a:solidFill>
                <a:latin typeface="Segoe UI" panose="020B0502040204020203" pitchFamily="34" charset="0"/>
              </a:rPr>
              <a:t>và</a:t>
            </a:r>
            <a:r>
              <a:rPr lang="en-US" sz="1800" dirty="0">
                <a:solidFill>
                  <a:srgbClr val="FFFFFF"/>
                </a:solidFill>
                <a:latin typeface="Segoe UI" panose="020B0502040204020203" pitchFamily="34" charset="0"/>
              </a:rPr>
              <a:t> </a:t>
            </a:r>
            <a:r>
              <a:rPr lang="en-US" sz="1800" dirty="0" err="1">
                <a:solidFill>
                  <a:srgbClr val="FFFFFF"/>
                </a:solidFill>
                <a:latin typeface="Segoe UI" panose="020B0502040204020203" pitchFamily="34" charset="0"/>
              </a:rPr>
              <a:t>các</a:t>
            </a:r>
            <a:r>
              <a:rPr lang="en-US" sz="1800" dirty="0">
                <a:solidFill>
                  <a:srgbClr val="FFFFFF"/>
                </a:solidFill>
                <a:latin typeface="Segoe UI" panose="020B0502040204020203" pitchFamily="34" charset="0"/>
              </a:rPr>
              <a:t> </a:t>
            </a:r>
            <a:r>
              <a:rPr lang="en-US" sz="1800" dirty="0" err="1">
                <a:solidFill>
                  <a:srgbClr val="FFFFFF"/>
                </a:solidFill>
                <a:latin typeface="Segoe UI" panose="020B0502040204020203" pitchFamily="34" charset="0"/>
              </a:rPr>
              <a:t>bạn</a:t>
            </a:r>
            <a:r>
              <a:rPr lang="en-US" sz="1800" dirty="0">
                <a:solidFill>
                  <a:srgbClr val="FFFFFF"/>
                </a:solidFill>
                <a:latin typeface="Segoe UI" panose="020B0502040204020203" pitchFamily="34" charset="0"/>
              </a:rPr>
              <a:t> </a:t>
            </a:r>
            <a:r>
              <a:rPr lang="en-US" sz="1800" dirty="0" err="1">
                <a:solidFill>
                  <a:srgbClr val="FFFFFF"/>
                </a:solidFill>
                <a:latin typeface="Segoe UI" panose="020B0502040204020203" pitchFamily="34" charset="0"/>
              </a:rPr>
              <a:t>đã</a:t>
            </a:r>
            <a:r>
              <a:rPr lang="en-US" sz="1800" dirty="0">
                <a:solidFill>
                  <a:srgbClr val="FFFFFF"/>
                </a:solidFill>
                <a:latin typeface="Segoe UI" panose="020B0502040204020203" pitchFamily="34" charset="0"/>
              </a:rPr>
              <a:t> </a:t>
            </a:r>
            <a:r>
              <a:rPr lang="en-US" sz="1800" dirty="0" err="1">
                <a:solidFill>
                  <a:srgbClr val="FFFFFF"/>
                </a:solidFill>
                <a:latin typeface="Segoe UI" panose="020B0502040204020203" pitchFamily="34" charset="0"/>
              </a:rPr>
              <a:t>quan</a:t>
            </a:r>
            <a:r>
              <a:rPr lang="en-US" sz="1800" dirty="0">
                <a:solidFill>
                  <a:srgbClr val="FFFFFF"/>
                </a:solidFill>
                <a:latin typeface="Segoe UI" panose="020B0502040204020203" pitchFamily="34" charset="0"/>
              </a:rPr>
              <a:t> </a:t>
            </a:r>
            <a:r>
              <a:rPr lang="en-US" sz="1800" dirty="0" err="1">
                <a:solidFill>
                  <a:srgbClr val="FFFFFF"/>
                </a:solidFill>
                <a:latin typeface="Segoe UI" panose="020B0502040204020203" pitchFamily="34" charset="0"/>
              </a:rPr>
              <a:t>sát</a:t>
            </a:r>
            <a:r>
              <a:rPr lang="en-US" sz="1800" dirty="0">
                <a:solidFill>
                  <a:srgbClr val="FFFFFF"/>
                </a:solidFill>
                <a:latin typeface="Segoe UI" panose="020B0502040204020203" pitchFamily="34" charset="0"/>
              </a:rPr>
              <a:t> </a:t>
            </a:r>
            <a:r>
              <a:rPr lang="en-US" sz="1800" dirty="0" err="1">
                <a:solidFill>
                  <a:srgbClr val="FFFFFF"/>
                </a:solidFill>
                <a:latin typeface="Segoe UI" panose="020B0502040204020203" pitchFamily="34" charset="0"/>
              </a:rPr>
              <a:t>và</a:t>
            </a:r>
            <a:r>
              <a:rPr lang="en-US" sz="1800" dirty="0">
                <a:solidFill>
                  <a:srgbClr val="FFFFFF"/>
                </a:solidFill>
                <a:latin typeface="Segoe UI" panose="020B0502040204020203" pitchFamily="34" charset="0"/>
              </a:rPr>
              <a:t> </a:t>
            </a:r>
            <a:r>
              <a:rPr lang="en-US" sz="1800" dirty="0" err="1">
                <a:solidFill>
                  <a:srgbClr val="FFFFFF"/>
                </a:solidFill>
                <a:latin typeface="Segoe UI" panose="020B0502040204020203" pitchFamily="34" charset="0"/>
              </a:rPr>
              <a:t>lắng</a:t>
            </a:r>
            <a:r>
              <a:rPr lang="en-US" sz="1800" dirty="0">
                <a:solidFill>
                  <a:srgbClr val="FFFFFF"/>
                </a:solidFill>
                <a:latin typeface="Segoe UI" panose="020B0502040204020203" pitchFamily="34" charset="0"/>
              </a:rPr>
              <a:t> </a:t>
            </a:r>
            <a:r>
              <a:rPr lang="en-US" sz="1800" dirty="0" err="1">
                <a:solidFill>
                  <a:srgbClr val="FFFFFF"/>
                </a:solidFill>
                <a:latin typeface="Segoe UI" panose="020B0502040204020203" pitchFamily="34" charset="0"/>
              </a:rPr>
              <a:t>nghe</a:t>
            </a:r>
            <a:endParaRPr lang="en-US" sz="1800" dirty="0">
              <a:solidFill>
                <a:srgbClr val="FFFFFF"/>
              </a:solidFill>
              <a:latin typeface="Segoe UI" panose="020B0502040204020203" pitchFamily="34" charset="0"/>
            </a:endParaRPr>
          </a:p>
        </p:txBody>
      </p:sp>
    </p:spTree>
    <p:extLst>
      <p:ext uri="{BB962C8B-B14F-4D97-AF65-F5344CB8AC3E}">
        <p14:creationId xmlns:p14="http://schemas.microsoft.com/office/powerpoint/2010/main" val="429395083"/>
      </p:ext>
    </p:extLst>
  </p:cSld>
  <p:clrMapOvr>
    <a:masterClrMapping/>
  </p:clrMapOvr>
</p:sld>
</file>

<file path=ppt/theme/theme1.xml><?xml version="1.0" encoding="utf-8"?>
<a:theme xmlns:a="http://schemas.openxmlformats.org/drawingml/2006/main" name="APAG Layout 1">
  <a:themeElements>
    <a:clrScheme name="APAG-Color1">
      <a:dk1>
        <a:srgbClr val="666666"/>
      </a:dk1>
      <a:lt1>
        <a:srgbClr val="FFFFFF"/>
      </a:lt1>
      <a:dk2>
        <a:srgbClr val="999999"/>
      </a:dk2>
      <a:lt2>
        <a:srgbClr val="E8E9EC"/>
      </a:lt2>
      <a:accent1>
        <a:srgbClr val="2C2B7C"/>
      </a:accent1>
      <a:accent2>
        <a:srgbClr val="565596"/>
      </a:accent2>
      <a:accent3>
        <a:srgbClr val="807FB0"/>
      </a:accent3>
      <a:accent4>
        <a:srgbClr val="ED1C29"/>
      </a:accent4>
      <a:accent5>
        <a:srgbClr val="F04A54"/>
      </a:accent5>
      <a:accent6>
        <a:srgbClr val="FDB913"/>
      </a:accent6>
      <a:hlink>
        <a:srgbClr val="2196F3"/>
      </a:hlink>
      <a:folHlink>
        <a:srgbClr val="00B0F0"/>
      </a:folHlink>
    </a:clrScheme>
    <a:fontScheme name="APAG-Font1">
      <a:majorFont>
        <a:latin typeface="Montserrat"/>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APAG Layout 2">
  <a:themeElements>
    <a:clrScheme name="APAG-Color1">
      <a:dk1>
        <a:srgbClr val="666666"/>
      </a:dk1>
      <a:lt1>
        <a:srgbClr val="FFFFFF"/>
      </a:lt1>
      <a:dk2>
        <a:srgbClr val="999999"/>
      </a:dk2>
      <a:lt2>
        <a:srgbClr val="E8E9EC"/>
      </a:lt2>
      <a:accent1>
        <a:srgbClr val="2C2B7C"/>
      </a:accent1>
      <a:accent2>
        <a:srgbClr val="565596"/>
      </a:accent2>
      <a:accent3>
        <a:srgbClr val="807FB0"/>
      </a:accent3>
      <a:accent4>
        <a:srgbClr val="ED1C29"/>
      </a:accent4>
      <a:accent5>
        <a:srgbClr val="F04A54"/>
      </a:accent5>
      <a:accent6>
        <a:srgbClr val="FDB913"/>
      </a:accent6>
      <a:hlink>
        <a:srgbClr val="2196F3"/>
      </a:hlink>
      <a:folHlink>
        <a:srgbClr val="00B0F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APAG Layout 3">
  <a:themeElements>
    <a:clrScheme name="APAG-Color1">
      <a:dk1>
        <a:srgbClr val="666666"/>
      </a:dk1>
      <a:lt1>
        <a:srgbClr val="FFFFFF"/>
      </a:lt1>
      <a:dk2>
        <a:srgbClr val="999999"/>
      </a:dk2>
      <a:lt2>
        <a:srgbClr val="E8E9EC"/>
      </a:lt2>
      <a:accent1>
        <a:srgbClr val="2C2B7C"/>
      </a:accent1>
      <a:accent2>
        <a:srgbClr val="565596"/>
      </a:accent2>
      <a:accent3>
        <a:srgbClr val="807FB0"/>
      </a:accent3>
      <a:accent4>
        <a:srgbClr val="ED1C29"/>
      </a:accent4>
      <a:accent5>
        <a:srgbClr val="F04A54"/>
      </a:accent5>
      <a:accent6>
        <a:srgbClr val="FDB913"/>
      </a:accent6>
      <a:hlink>
        <a:srgbClr val="2196F3"/>
      </a:hlink>
      <a:folHlink>
        <a:srgbClr val="00B0F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a3bc3ae-4b22-48c1-914a-61d120fec8c5">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D0C7999DCCDF864FA2B0D4D50613BEBA" ma:contentTypeVersion="10" ma:contentTypeDescription="Create a new document." ma:contentTypeScope="" ma:versionID="5d0744bef08c6059f80f38f2db6f9116">
  <xsd:schema xmlns:xsd="http://www.w3.org/2001/XMLSchema" xmlns:xs="http://www.w3.org/2001/XMLSchema" xmlns:p="http://schemas.microsoft.com/office/2006/metadata/properties" xmlns:ns2="1a3bc3ae-4b22-48c1-914a-61d120fec8c5" targetNamespace="http://schemas.microsoft.com/office/2006/metadata/properties" ma:root="true" ma:fieldsID="50da23f2d79461a6a0447aaa869a8524" ns2:_="">
    <xsd:import namespace="1a3bc3ae-4b22-48c1-914a-61d120fec8c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3bc3ae-4b22-48c1-914a-61d120fec8c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c87df018-c944-40a9-b909-11b5188b35cd" ma:termSetId="09814cd3-568e-fe90-9814-8d621ff8fb84" ma:anchorId="fba54fb3-c3e1-fe81-a776-ca4b69148c4d" ma:open="true" ma:isKeyword="false">
      <xsd:complexType>
        <xsd:sequence>
          <xsd:element ref="pc:Terms" minOccurs="0" maxOccurs="1"/>
        </xsd:sequence>
      </xsd:complex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DD17F2C-1E45-47B1-8D26-898E798FC972}">
  <ds:schemaRefs>
    <ds:schemaRef ds:uri="http://schemas.microsoft.com/sharepoint/v3/contenttype/forms"/>
  </ds:schemaRefs>
</ds:datastoreItem>
</file>

<file path=customXml/itemProps2.xml><?xml version="1.0" encoding="utf-8"?>
<ds:datastoreItem xmlns:ds="http://schemas.openxmlformats.org/officeDocument/2006/customXml" ds:itemID="{2B5B1F93-0C2A-431E-B9A1-3F4C0E610F64}">
  <ds:schemaRefs>
    <ds:schemaRef ds:uri="http://schemas.microsoft.com/office/2006/documentManagement/types"/>
    <ds:schemaRef ds:uri="http://schemas.microsoft.com/office/2006/metadata/properties"/>
    <ds:schemaRef ds:uri="http://schemas.microsoft.com/office/infopath/2007/PartnerControls"/>
    <ds:schemaRef ds:uri="http://purl.org/dc/terms/"/>
    <ds:schemaRef ds:uri="http://schemas.openxmlformats.org/package/2006/metadata/core-properties"/>
    <ds:schemaRef ds:uri="http://purl.org/dc/elements/1.1/"/>
    <ds:schemaRef ds:uri="1a3bc3ae-4b22-48c1-914a-61d120fec8c5"/>
    <ds:schemaRef ds:uri="http://www.w3.org/XML/1998/namespace"/>
    <ds:schemaRef ds:uri="http://purl.org/dc/dcmitype/"/>
  </ds:schemaRefs>
</ds:datastoreItem>
</file>

<file path=customXml/itemProps3.xml><?xml version="1.0" encoding="utf-8"?>
<ds:datastoreItem xmlns:ds="http://schemas.openxmlformats.org/officeDocument/2006/customXml" ds:itemID="{3CB91D90-EF09-45D7-B815-2DD7CB9F63A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3bc3ae-4b22-48c1-914a-61d120fec8c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11127</TotalTime>
  <Words>4116</Words>
  <Application>Microsoft Office PowerPoint</Application>
  <PresentationFormat>Widescreen</PresentationFormat>
  <Paragraphs>260</Paragraphs>
  <Slides>19</Slides>
  <Notes>0</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19</vt:i4>
      </vt:variant>
    </vt:vector>
  </HeadingPairs>
  <TitlesOfParts>
    <vt:vector size="26" baseType="lpstr">
      <vt:lpstr>Arial</vt:lpstr>
      <vt:lpstr>Calibri</vt:lpstr>
      <vt:lpstr>Montserrat</vt:lpstr>
      <vt:lpstr>Segoe UI</vt:lpstr>
      <vt:lpstr>APAG Layout 1</vt:lpstr>
      <vt:lpstr>APAG Layout 2</vt:lpstr>
      <vt:lpstr>APAG Layout 3</vt:lpstr>
      <vt:lpstr>BÁO CÁO NGHIÊN CỨU ỨNG DỤNG TRÍ TUỆ NHÂN TẠO VÀ MÔ HÌNH HỆ THỐNG THÔNG TIN MỘT CỬA TRONG HÀNH CHÍNH NHÀ NƯỚC</vt:lpstr>
      <vt:lpstr>CẤU TRÚC BÁO CÁO</vt:lpstr>
      <vt:lpstr>PHẦN I ỨNG DỤNG TRÍ TUỆ NHÂN TẠO (AI) TRONG QUẢN LÝ HÀNH CHÍNH CÔNG</vt:lpstr>
      <vt:lpstr>ĐỊNH HƯỚNG ỨNG DỤNG AI TRONG QUẢN LÝ HÀNH CHÍNH CÔNG</vt:lpstr>
      <vt:lpstr>BÀI TOÁN 1: GIÁM SÁT GIAO THÔNG &amp; LẬP HỒ SƠ XỬ PHẠT TỰ ĐỘNG</vt:lpstr>
      <vt:lpstr>BÀI TOÁN 2: PHÂN LUỒNG RỦI RO TRONG QUẢN LÝ TỜ KHAI HẢI QUAN</vt:lpstr>
      <vt:lpstr>BÀI TOÁN 3: PHÂN TÍCH MẠNG LƯỚI NGĂN CHẶN GIAN LẬN HÓA ĐƠN &amp; TRỐN THUẾ</vt:lpstr>
      <vt:lpstr>BÀI TOÁN 4: GIÁM SÁT TRẬT TỰ XÂY DỰNG &amp; BIẾN ĐỘNG ĐẤT ĐAI</vt:lpstr>
      <vt:lpstr>PHẦN II MÔ HÌNH HỆ THỐNG THÔNG TIN GIẢI QUYẾT TTHC MỘT CỬA ĐIỆN TỬ</vt:lpstr>
      <vt:lpstr>KIẾN TRÚC TỔNG THỂ HỆ THỐNG THÔNG TIN MỘT CỬA ĐIỆN TỬ</vt:lpstr>
      <vt:lpstr>BA THÀNH PHẦN CÔNG NGHỆ ĐIỀU PHỐI BÊN TRONG HỆ THỐNG</vt:lpstr>
      <vt:lpstr>CHU TRÌNH XỬ LÝ HỒ SƠ KHÉP KÍN: BƯỚC 1 ĐẾN BƯỚC 3</vt:lpstr>
      <vt:lpstr>CHU TRÌNH XỬ LÝ HỒ SƠ KHÉP KÍN: BƯỚC 4 VÀ BƯỚC 5</vt:lpstr>
      <vt:lpstr>PHẦN III PHÂN LOẠI CÁC MỨC ĐỘ DỊCH VỤ CÔNG TRỰC TUYẾN</vt:lpstr>
      <vt:lpstr>CHUYỂN ĐỔI MÔ HÌNH: TỪ THÔNG TƯ 32 SANG NGHỊ ĐỊNH 42</vt:lpstr>
      <vt:lpstr>ĐỐI CHIẾU DVC MỘT PHẦN VÀ TOÀN TRÌNH (PHẦN 1: QUY TRÌNH &amp; THỤ LÝ)</vt:lpstr>
      <vt:lpstr>ĐỐI CHIẾU DVC MỘT PHẦN VÀ TOÀN TRÌNH (PHẦN 2: KẾT QUẢ &amp; HIỆN DIỆN)</vt:lpstr>
      <vt:lpstr>TỔNG KẾT &amp; BÀI HỌC HIỆN ĐẠI HÓA NỀN HÀNH CHÍNH NHÀ NƯỚC</vt:lpstr>
      <vt:lpstr>TRÂN TRỌNG CẢM ƠN!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CuongDV</dc:creator>
  <cp:lastModifiedBy>Lê Quốc Huy</cp:lastModifiedBy>
  <cp:revision>124</cp:revision>
  <dcterms:created xsi:type="dcterms:W3CDTF">2026-02-21T16:15:43Z</dcterms:created>
  <dcterms:modified xsi:type="dcterms:W3CDTF">2026-09-16T09:48:57Z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0x010100D0C7999DCCDF864FA2B0D4D50613BEBA</vt:lpwstr>
  </property>
  <property fmtid="{D5CDD505-2E9C-101B-9397-08002B2CF9AE}" pid="3" name="MediaServiceImageTags">
    <vt:lpwstr/>
  </property>
</Properties>
</file>